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894-5A68-716C-C6F0-17C140D78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C4F4-8CA9-1390-E8E1-121D7789D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21527-42B3-7859-194D-19ADF277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AB141-7B98-D9D6-2C8B-182AAE7A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982D1-2E7B-4873-E48F-3E815A24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485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BAF0-3184-6BAF-7076-CAEB13E6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03A9-E604-2FC4-1DB2-4D5B8E58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F47AB-2B6C-1046-7570-41A896D7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C6EE4-1A27-9812-86D1-41199546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5502F-39DA-B617-1F1B-C9BD7496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9605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6212-8330-9080-603E-CF3B9935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C45B5-9940-9169-7854-E9C69190A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97614-161F-A317-989E-65DD8A8A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B357D-5664-9B7F-D1EA-5226B8E4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EC2D5-785A-A123-9C73-315E03B4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808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799E-10DE-6E22-8608-0DBB4D3EA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545C-EFDD-727E-0803-6413ED4D5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DBEDD-6650-9700-2476-EC993F961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7B4B4-798A-EBAF-B81E-A51A2E98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D92C-84A4-4A58-DEE0-47C2385C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53721-F44B-61C4-EDC5-FB4B3603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64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24C3-B2A4-8B8D-85AC-AD9766DC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C2CFC-1D7C-1DCA-3155-F8313B564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78316-216C-3678-FD1C-9676C7284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7D29D-8885-B42D-3A6D-DFC2417E6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80D26-B5C1-E585-7A94-E95F170C5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A9909-B298-410E-6A67-B2CC8AA5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EA2EC-0BD8-AA38-8972-F9A46110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A2F9AF-6D27-25B3-2A44-C58C7693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121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83A2-6EDC-401B-A566-2E7A5F9F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A0D1A-0467-41EA-B5FE-7DFCC3EA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1960-69BD-BB4F-8527-C5B1313A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A0D40-FA2F-AE69-6F0D-B176C900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021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207F6-56B4-486D-3604-B5F760E8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17DD9-5302-1B85-2787-3657147B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AD2F8-F093-1933-4B09-D4B2ADCF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322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0006-AEC9-D596-5231-CA491DA3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F393C-A7E9-BCA0-6CF6-8C575EB2B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E6089-01A6-4154-7E01-E79BA6389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BF9CF-42C9-28E9-2BB4-9AB01044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49EAD-F407-2E8E-468D-993EABC2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9230-A51A-BD63-97EE-3500D108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14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32CD-D85D-4FA3-69E0-D6A4CCD8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3F7B6-95C1-913E-8B54-4BA81E218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62DC-BD2E-2DF0-E1DC-0C02B94F0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EDC43-EDC1-EBE5-388A-E5BB965F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36C70-CA62-1F9C-834E-C3040713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677D3-819A-DFCF-F5D8-ED9A8454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208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B4D4-4068-2ADC-9E25-C50E8ABC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A8F39-8593-A463-7B38-1C87A357E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652C7-07CD-DA76-DEED-1EC4FF68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CC851-12F4-C5F9-B087-16934E75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20F74-91B0-5B09-8183-921901DC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46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4DF8C-6E68-716B-EED1-9082D0AC5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E098F-DEEA-1E61-7908-6EE2115BB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EF923-E49F-508F-8F3E-145BDCBA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9D75-A01C-C3F4-0E0A-38433A08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95E9C-2CAD-CA0B-4C3B-9EF29BD5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61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49DC1-CF81-958B-17FE-9324A996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1D4B7-375F-DED3-AAE2-DF06F9D89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AEBE8-430E-6413-7F7D-0B3A6E18B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88CE9-BA26-49E4-ADEB-99AE8ABB54DB}" type="datetimeFigureOut">
              <a:rPr lang="en-CA" smtClean="0"/>
              <a:t>2025-06-09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EF1A7-8DA0-174C-7CE7-DFD5F1B99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9DC60-DFF6-8C82-023D-06CC9D52F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00ED7-D038-4A43-82B1-0EDCF21DE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048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ages.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username.github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60D65-E57E-3241-AFEB-4E9443413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CA" sz="7400"/>
              <a:t>SEP420- Web Programming and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9EB28-F5CE-7B9D-4540-2CC29D98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CA"/>
              <a:t>Week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51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3C09A-B6F2-D073-C6F1-76C89F37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rtl="0"/>
            <a:r>
              <a:rPr lang="en-CA" sz="5400" b="0" i="0" u="none" strike="noStrike">
                <a:effectLst/>
              </a:rPr>
              <a:t>Deploy</a:t>
            </a:r>
            <a:endParaRPr lang="en-CA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3E300-C4D5-E3DA-6802-02D76504C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Website → upload the website code to a server computer and get a public facing URL for it so you can give the address to other people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Mobile app → put the app in the app store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C/C++ →  compile the app, and give someone the final .exe/.dmg file to run</a:t>
            </a:r>
          </a:p>
          <a:p>
            <a:pPr rtl="0"/>
            <a:r>
              <a:rPr lang="en-US" sz="2200" b="0" i="0" u="none" strike="noStrike">
                <a:effectLst/>
              </a:rPr>
              <a:t>You need a server computer</a:t>
            </a:r>
            <a:endParaRPr lang="en-US" sz="2200" b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Computer that is on the internet somewhere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And you can access it!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You can also upload your code to that computer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The computer contains software that displays your website when the person visits your domain name</a:t>
            </a:r>
          </a:p>
          <a:p>
            <a:endParaRPr lang="en-CA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ACAEA-2407-862E-FD9F-7E15F05B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 smtClean="0"/>
              <a:pPr>
                <a:spcAft>
                  <a:spcPts val="600"/>
                </a:spcAft>
              </a:pPr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78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4BD9D-A8A0-4DDA-9B70-A7193D0B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sz="5400" b="0" i="0" u="none" strike="noStrike">
                <a:effectLst/>
              </a:rPr>
              <a:t>Deploying a Website</a:t>
            </a:r>
            <a:endParaRPr lang="en-CA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D0B5D-9335-7E48-0E39-AE9147D72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rtl="0"/>
            <a:r>
              <a:rPr lang="en-US" sz="2200" b="0" i="0" u="none" strike="noStrike">
                <a:effectLst/>
              </a:rPr>
              <a:t>Documentation:</a:t>
            </a:r>
            <a:endParaRPr lang="en-US" sz="2200" b="0">
              <a:effectLst/>
            </a:endParaRPr>
          </a:p>
          <a:p>
            <a:pPr rtl="0"/>
            <a:r>
              <a:rPr lang="en-US" sz="2200" b="0" i="0" u="sng" strike="noStrike">
                <a:effectLst/>
                <a:hlinkClick r:id="rId2"/>
              </a:rPr>
              <a:t>https://pages.github.com/</a:t>
            </a:r>
            <a:endParaRPr lang="en-US" sz="2200" b="0">
              <a:effectLst/>
            </a:endParaRPr>
          </a:p>
          <a:p>
            <a:pPr rtl="0"/>
            <a:r>
              <a:rPr lang="en-US" sz="2200" b="0" i="0" u="none" strike="noStrike">
                <a:effectLst/>
              </a:rPr>
              <a:t>1/ Create a new repository called:</a:t>
            </a:r>
            <a:endParaRPr lang="en-US" sz="2200" b="0">
              <a:effectLst/>
            </a:endParaRPr>
          </a:p>
          <a:p>
            <a:pPr rtl="0"/>
            <a:r>
              <a:rPr lang="en-US" sz="2200" b="0" i="0" u="none" strike="noStrike">
                <a:effectLst/>
                <a:latin typeface="Fira Code" panose="020B0809050000020004" pitchFamily="49" charset="0"/>
              </a:rPr>
              <a:t>username.github.io</a:t>
            </a:r>
            <a:endParaRPr lang="en-US" sz="2200" b="0">
              <a:effectLst/>
            </a:endParaRPr>
          </a:p>
          <a:p>
            <a:pPr rtl="0"/>
            <a:r>
              <a:rPr lang="en-US" sz="2200" b="0" i="0" u="none" strike="noStrike">
                <a:effectLst/>
              </a:rPr>
              <a:t>Replace </a:t>
            </a:r>
            <a:r>
              <a:rPr lang="en-US" sz="2200" b="0" i="1" u="none" strike="noStrike">
                <a:effectLst/>
              </a:rPr>
              <a:t>username</a:t>
            </a:r>
            <a:r>
              <a:rPr lang="en-US" sz="2200" b="0" i="0" u="none" strike="noStrike">
                <a:effectLst/>
              </a:rPr>
              <a:t> with your Github </a:t>
            </a:r>
          </a:p>
          <a:p>
            <a:pPr marL="0" indent="0" rtl="0">
              <a:buNone/>
            </a:pPr>
            <a:r>
              <a:rPr lang="en-US" sz="2200" b="0" i="0" u="none" strike="noStrike">
                <a:effectLst/>
              </a:rPr>
              <a:t>username</a:t>
            </a:r>
            <a:endParaRPr lang="en-US" sz="2200" b="0">
              <a:effectLst/>
            </a:endParaRPr>
          </a:p>
          <a:p>
            <a:pPr marL="0" indent="0">
              <a:buNone/>
            </a:pPr>
            <a:br>
              <a:rPr lang="en-US" sz="2200"/>
            </a:br>
            <a:endParaRPr lang="en-CA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C8927-846C-F347-FA90-99A4DDD0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 smtClean="0"/>
              <a:pPr>
                <a:spcAft>
                  <a:spcPts val="600"/>
                </a:spcAft>
              </a:pPr>
              <a:t>3</a:t>
            </a:fld>
            <a:endParaRPr lang="en-CA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BF8B0-02CC-44C4-EC19-665E28BAD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974" y="153211"/>
            <a:ext cx="5467737" cy="304832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FF5C91-B2FE-73C0-4A51-F3129B0FB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974" y="3376541"/>
            <a:ext cx="5536642" cy="318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3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248EA-AD03-B9A8-1E19-91654A0C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CA" sz="5400"/>
              <a:t>Result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17CEE-51CD-EAF3-057B-BE7E7EBC0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108171" cy="3483864"/>
          </a:xfrm>
        </p:spPr>
        <p:txBody>
          <a:bodyPr>
            <a:normAutofit/>
          </a:bodyPr>
          <a:lstStyle/>
          <a:p>
            <a:pPr rtl="0"/>
            <a:r>
              <a:rPr lang="en-US" sz="1500" b="0" i="0" u="none" strike="noStrike" dirty="0">
                <a:effectLst/>
              </a:rPr>
              <a:t>Choose the HTML file you want to upload.</a:t>
            </a:r>
            <a:r>
              <a:rPr lang="en-US" sz="1500" dirty="0"/>
              <a:t> </a:t>
            </a:r>
            <a:r>
              <a:rPr lang="en-US" sz="1500" b="0" i="0" u="none" strike="noStrike" dirty="0">
                <a:effectLst/>
              </a:rPr>
              <a:t>Rename the file index.html before uploading it.</a:t>
            </a:r>
          </a:p>
          <a:p>
            <a:pPr rtl="0"/>
            <a:r>
              <a:rPr lang="en-US" sz="1500" b="0" i="0" u="none" strike="noStrike" dirty="0">
                <a:effectLst/>
              </a:rPr>
              <a:t>In </a:t>
            </a:r>
            <a:r>
              <a:rPr lang="en-US" sz="1500" b="0" i="0" u="none" strike="noStrike" dirty="0" err="1">
                <a:effectLst/>
              </a:rPr>
              <a:t>Github</a:t>
            </a:r>
            <a:r>
              <a:rPr lang="en-US" sz="1500" b="0" i="0" u="none" strike="noStrike" dirty="0">
                <a:effectLst/>
              </a:rPr>
              <a:t>, use the “uploading an existing file” option to upload your html file</a:t>
            </a:r>
            <a:endParaRPr lang="en-US" sz="15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After uploading, press COMMIT CHANGES to save your file to the repository</a:t>
            </a:r>
          </a:p>
          <a:p>
            <a:pPr rtl="0"/>
            <a:r>
              <a:rPr lang="en-US" sz="1500" b="0" i="0" u="none" strike="noStrike" dirty="0">
                <a:effectLst/>
              </a:rPr>
              <a:t>In the browser, type:</a:t>
            </a:r>
            <a:endParaRPr lang="en-US" sz="1500" b="0" dirty="0">
              <a:effectLst/>
            </a:endParaRPr>
          </a:p>
          <a:p>
            <a:pPr rtl="0"/>
            <a:r>
              <a:rPr lang="en-US" sz="1500" b="0" i="0" u="sng" strike="noStrike" dirty="0">
                <a:effectLst/>
                <a:hlinkClick r:id="rId2"/>
              </a:rPr>
              <a:t>http://username.github.io</a:t>
            </a:r>
            <a:endParaRPr lang="en-US" sz="1500" b="0" dirty="0">
              <a:effectLst/>
            </a:endParaRPr>
          </a:p>
          <a:p>
            <a:pPr rtl="0"/>
            <a:r>
              <a:rPr lang="en-US" sz="1500" b="0" i="0" u="none" strike="noStrike" dirty="0">
                <a:effectLst/>
              </a:rPr>
              <a:t>(replace username with your </a:t>
            </a:r>
            <a:r>
              <a:rPr lang="en-US" sz="1500" b="0" i="0" u="none" strike="noStrike" dirty="0" err="1">
                <a:effectLst/>
              </a:rPr>
              <a:t>github</a:t>
            </a:r>
            <a:r>
              <a:rPr lang="en-US" sz="1500" b="0" i="0" u="none" strike="noStrike" dirty="0">
                <a:effectLst/>
              </a:rPr>
              <a:t> username)</a:t>
            </a:r>
            <a:endParaRPr lang="en-US" sz="1500" b="0" dirty="0">
              <a:effectLst/>
            </a:endParaRPr>
          </a:p>
          <a:p>
            <a:pPr marL="0" indent="0">
              <a:buNone/>
            </a:pPr>
            <a:br>
              <a:rPr lang="en-US" sz="1500" dirty="0"/>
            </a:br>
            <a:endParaRPr lang="en-CA" sz="15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FE532-EDF9-8A0B-2CDE-46761F6BF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68" y="3428031"/>
            <a:ext cx="3708074" cy="342996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50D689-BE88-3160-839D-F23568C09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06" y="546932"/>
            <a:ext cx="6014983" cy="26014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8238A-BC3B-878A-1D53-BE201EEA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 smtClean="0"/>
              <a:pPr>
                <a:spcAft>
                  <a:spcPts val="600"/>
                </a:spcAft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20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216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Fira Code</vt:lpstr>
      <vt:lpstr>Office Theme</vt:lpstr>
      <vt:lpstr>SEP420- Web Programming and Scripting</vt:lpstr>
      <vt:lpstr>Deploy</vt:lpstr>
      <vt:lpstr>Deploying a Website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Yasemin Fanaeian</dc:creator>
  <cp:lastModifiedBy>Yasemin Fanaeian</cp:lastModifiedBy>
  <cp:revision>3</cp:revision>
  <dcterms:created xsi:type="dcterms:W3CDTF">2025-02-10T18:20:13Z</dcterms:created>
  <dcterms:modified xsi:type="dcterms:W3CDTF">2025-06-09T21:51:07Z</dcterms:modified>
</cp:coreProperties>
</file>