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6A2144-7872-474F-B889-CCC99FF71978}" v="35" dt="2025-02-10T19:47:44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emin Fanaeian" userId="372b3d42-52af-4c89-807d-949e85825c33" providerId="ADAL" clId="{576A2144-7872-474F-B889-CCC99FF71978}"/>
    <pc:docChg chg="undo custSel addSld delSld modSld">
      <pc:chgData name="Yasemin Fanaeian" userId="372b3d42-52af-4c89-807d-949e85825c33" providerId="ADAL" clId="{576A2144-7872-474F-B889-CCC99FF71978}" dt="2025-02-10T19:55:27.898" v="1026" actId="47"/>
      <pc:docMkLst>
        <pc:docMk/>
      </pc:docMkLst>
      <pc:sldChg chg="addSp modSp mod setBg">
        <pc:chgData name="Yasemin Fanaeian" userId="372b3d42-52af-4c89-807d-949e85825c33" providerId="ADAL" clId="{576A2144-7872-474F-B889-CCC99FF71978}" dt="2025-02-10T19:51:58.804" v="1023" actId="20577"/>
        <pc:sldMkLst>
          <pc:docMk/>
          <pc:sldMk cId="695177775" sldId="257"/>
        </pc:sldMkLst>
        <pc:spChg chg="mod">
          <ac:chgData name="Yasemin Fanaeian" userId="372b3d42-52af-4c89-807d-949e85825c33" providerId="ADAL" clId="{576A2144-7872-474F-B889-CCC99FF71978}" dt="2025-02-10T03:42:08.036" v="158" actId="26606"/>
          <ac:spMkLst>
            <pc:docMk/>
            <pc:sldMk cId="695177775" sldId="257"/>
            <ac:spMk id="2" creationId="{29B8F7D0-83A6-F85E-C8E3-5DF2AE9B769E}"/>
          </ac:spMkLst>
        </pc:spChg>
        <pc:spChg chg="mod">
          <ac:chgData name="Yasemin Fanaeian" userId="372b3d42-52af-4c89-807d-949e85825c33" providerId="ADAL" clId="{576A2144-7872-474F-B889-CCC99FF71978}" dt="2025-02-10T19:51:58.804" v="1023" actId="20577"/>
          <ac:spMkLst>
            <pc:docMk/>
            <pc:sldMk cId="695177775" sldId="257"/>
            <ac:spMk id="3" creationId="{A1AF67B8-B5F9-D5C5-427D-B798375EF553}"/>
          </ac:spMkLst>
        </pc:spChg>
        <pc:spChg chg="mod">
          <ac:chgData name="Yasemin Fanaeian" userId="372b3d42-52af-4c89-807d-949e85825c33" providerId="ADAL" clId="{576A2144-7872-474F-B889-CCC99FF71978}" dt="2025-02-10T03:42:08.036" v="158" actId="26606"/>
          <ac:spMkLst>
            <pc:docMk/>
            <pc:sldMk cId="695177775" sldId="257"/>
            <ac:spMk id="4" creationId="{BD1B5356-DB9A-89D7-9012-D321DFFF1ACD}"/>
          </ac:spMkLst>
        </pc:spChg>
        <pc:spChg chg="add">
          <ac:chgData name="Yasemin Fanaeian" userId="372b3d42-52af-4c89-807d-949e85825c33" providerId="ADAL" clId="{576A2144-7872-474F-B889-CCC99FF71978}" dt="2025-02-10T03:42:08.036" v="158" actId="26606"/>
          <ac:spMkLst>
            <pc:docMk/>
            <pc:sldMk cId="695177775" sldId="257"/>
            <ac:spMk id="9" creationId="{DAF1966E-FD40-4A4A-B61B-C4DF7FA05F06}"/>
          </ac:spMkLst>
        </pc:spChg>
        <pc:spChg chg="add">
          <ac:chgData name="Yasemin Fanaeian" userId="372b3d42-52af-4c89-807d-949e85825c33" providerId="ADAL" clId="{576A2144-7872-474F-B889-CCC99FF71978}" dt="2025-02-10T03:42:08.036" v="158" actId="26606"/>
          <ac:spMkLst>
            <pc:docMk/>
            <pc:sldMk cId="695177775" sldId="257"/>
            <ac:spMk id="11" creationId="{047BFA19-D45E-416B-A404-7AF2F3F27017}"/>
          </ac:spMkLst>
        </pc:spChg>
        <pc:spChg chg="add">
          <ac:chgData name="Yasemin Fanaeian" userId="372b3d42-52af-4c89-807d-949e85825c33" providerId="ADAL" clId="{576A2144-7872-474F-B889-CCC99FF71978}" dt="2025-02-10T03:42:08.036" v="158" actId="26606"/>
          <ac:spMkLst>
            <pc:docMk/>
            <pc:sldMk cId="695177775" sldId="257"/>
            <ac:spMk id="13" creationId="{8E0105E7-23DB-4CF2-8258-FF47C7620F6E}"/>
          </ac:spMkLst>
        </pc:spChg>
        <pc:spChg chg="add">
          <ac:chgData name="Yasemin Fanaeian" userId="372b3d42-52af-4c89-807d-949e85825c33" providerId="ADAL" clId="{576A2144-7872-474F-B889-CCC99FF71978}" dt="2025-02-10T03:42:08.036" v="158" actId="26606"/>
          <ac:spMkLst>
            <pc:docMk/>
            <pc:sldMk cId="695177775" sldId="257"/>
            <ac:spMk id="15" creationId="{074B4F7D-14B2-478B-8BF5-01E4E0C5D263}"/>
          </ac:spMkLst>
        </pc:spChg>
      </pc:sldChg>
      <pc:sldChg chg="addSp modSp mod setBg">
        <pc:chgData name="Yasemin Fanaeian" userId="372b3d42-52af-4c89-807d-949e85825c33" providerId="ADAL" clId="{576A2144-7872-474F-B889-CCC99FF71978}" dt="2025-02-10T04:07:20.018" v="165" actId="2711"/>
        <pc:sldMkLst>
          <pc:docMk/>
          <pc:sldMk cId="2182582636" sldId="258"/>
        </pc:sldMkLst>
        <pc:spChg chg="mod">
          <ac:chgData name="Yasemin Fanaeian" userId="372b3d42-52af-4c89-807d-949e85825c33" providerId="ADAL" clId="{576A2144-7872-474F-B889-CCC99FF71978}" dt="2025-02-10T04:06:59.556" v="161" actId="113"/>
          <ac:spMkLst>
            <pc:docMk/>
            <pc:sldMk cId="2182582636" sldId="258"/>
            <ac:spMk id="2" creationId="{B30FC0A2-D290-308A-5525-49F9CCCA3F70}"/>
          </ac:spMkLst>
        </pc:spChg>
        <pc:spChg chg="mod">
          <ac:chgData name="Yasemin Fanaeian" userId="372b3d42-52af-4c89-807d-949e85825c33" providerId="ADAL" clId="{576A2144-7872-474F-B889-CCC99FF71978}" dt="2025-02-10T04:07:20.018" v="165" actId="2711"/>
          <ac:spMkLst>
            <pc:docMk/>
            <pc:sldMk cId="2182582636" sldId="258"/>
            <ac:spMk id="3" creationId="{5E637294-8E0E-2C89-0502-0B498C2040C9}"/>
          </ac:spMkLst>
        </pc:spChg>
        <pc:spChg chg="mod">
          <ac:chgData name="Yasemin Fanaeian" userId="372b3d42-52af-4c89-807d-949e85825c33" providerId="ADAL" clId="{576A2144-7872-474F-B889-CCC99FF71978}" dt="2025-02-10T03:42:12.131" v="159" actId="26606"/>
          <ac:spMkLst>
            <pc:docMk/>
            <pc:sldMk cId="2182582636" sldId="258"/>
            <ac:spMk id="4" creationId="{00FB9847-E82F-F8F5-BB3E-6B3D0AEEA42C}"/>
          </ac:spMkLst>
        </pc:spChg>
        <pc:spChg chg="add">
          <ac:chgData name="Yasemin Fanaeian" userId="372b3d42-52af-4c89-807d-949e85825c33" providerId="ADAL" clId="{576A2144-7872-474F-B889-CCC99FF71978}" dt="2025-02-10T03:42:12.131" v="159" actId="26606"/>
          <ac:spMkLst>
            <pc:docMk/>
            <pc:sldMk cId="2182582636" sldId="258"/>
            <ac:spMk id="9" creationId="{DAF1966E-FD40-4A4A-B61B-C4DF7FA05F06}"/>
          </ac:spMkLst>
        </pc:spChg>
        <pc:spChg chg="add">
          <ac:chgData name="Yasemin Fanaeian" userId="372b3d42-52af-4c89-807d-949e85825c33" providerId="ADAL" clId="{576A2144-7872-474F-B889-CCC99FF71978}" dt="2025-02-10T03:42:12.131" v="159" actId="26606"/>
          <ac:spMkLst>
            <pc:docMk/>
            <pc:sldMk cId="2182582636" sldId="258"/>
            <ac:spMk id="11" creationId="{047BFA19-D45E-416B-A404-7AF2F3F27017}"/>
          </ac:spMkLst>
        </pc:spChg>
        <pc:spChg chg="add">
          <ac:chgData name="Yasemin Fanaeian" userId="372b3d42-52af-4c89-807d-949e85825c33" providerId="ADAL" clId="{576A2144-7872-474F-B889-CCC99FF71978}" dt="2025-02-10T03:42:12.131" v="159" actId="26606"/>
          <ac:spMkLst>
            <pc:docMk/>
            <pc:sldMk cId="2182582636" sldId="258"/>
            <ac:spMk id="13" creationId="{8E0105E7-23DB-4CF2-8258-FF47C7620F6E}"/>
          </ac:spMkLst>
        </pc:spChg>
        <pc:spChg chg="add">
          <ac:chgData name="Yasemin Fanaeian" userId="372b3d42-52af-4c89-807d-949e85825c33" providerId="ADAL" clId="{576A2144-7872-474F-B889-CCC99FF71978}" dt="2025-02-10T03:42:12.131" v="159" actId="26606"/>
          <ac:spMkLst>
            <pc:docMk/>
            <pc:sldMk cId="2182582636" sldId="258"/>
            <ac:spMk id="15" creationId="{074B4F7D-14B2-478B-8BF5-01E4E0C5D263}"/>
          </ac:spMkLst>
        </pc:spChg>
      </pc:sldChg>
      <pc:sldChg chg="del">
        <pc:chgData name="Yasemin Fanaeian" userId="372b3d42-52af-4c89-807d-949e85825c33" providerId="ADAL" clId="{576A2144-7872-474F-B889-CCC99FF71978}" dt="2025-02-10T19:55:27.898" v="1026" actId="47"/>
        <pc:sldMkLst>
          <pc:docMk/>
          <pc:sldMk cId="3974907190" sldId="259"/>
        </pc:sldMkLst>
      </pc:sldChg>
      <pc:sldChg chg="addSp modSp new mod setBg">
        <pc:chgData name="Yasemin Fanaeian" userId="372b3d42-52af-4c89-807d-949e85825c33" providerId="ADAL" clId="{576A2144-7872-474F-B889-CCC99FF71978}" dt="2025-02-10T18:17:54.734" v="355" actId="255"/>
        <pc:sldMkLst>
          <pc:docMk/>
          <pc:sldMk cId="2124588523" sldId="260"/>
        </pc:sldMkLst>
        <pc:spChg chg="mod">
          <ac:chgData name="Yasemin Fanaeian" userId="372b3d42-52af-4c89-807d-949e85825c33" providerId="ADAL" clId="{576A2144-7872-474F-B889-CCC99FF71978}" dt="2025-02-10T04:07:09.848" v="163"/>
          <ac:spMkLst>
            <pc:docMk/>
            <pc:sldMk cId="2124588523" sldId="260"/>
            <ac:spMk id="2" creationId="{2257C1E8-4D53-47E2-C458-BF688419F205}"/>
          </ac:spMkLst>
        </pc:spChg>
        <pc:spChg chg="mod">
          <ac:chgData name="Yasemin Fanaeian" userId="372b3d42-52af-4c89-807d-949e85825c33" providerId="ADAL" clId="{576A2144-7872-474F-B889-CCC99FF71978}" dt="2025-02-10T18:17:54.734" v="355" actId="255"/>
          <ac:spMkLst>
            <pc:docMk/>
            <pc:sldMk cId="2124588523" sldId="260"/>
            <ac:spMk id="3" creationId="{2045BE0D-DE69-48BA-29EF-28E36BD3AC55}"/>
          </ac:spMkLst>
        </pc:spChg>
        <pc:spChg chg="mod">
          <ac:chgData name="Yasemin Fanaeian" userId="372b3d42-52af-4c89-807d-949e85825c33" providerId="ADAL" clId="{576A2144-7872-474F-B889-CCC99FF71978}" dt="2025-02-10T04:07:02.424" v="162" actId="26606"/>
          <ac:spMkLst>
            <pc:docMk/>
            <pc:sldMk cId="2124588523" sldId="260"/>
            <ac:spMk id="4" creationId="{04DC5AC9-D330-E225-86B8-D2EEA08ADE52}"/>
          </ac:spMkLst>
        </pc:spChg>
        <pc:spChg chg="add">
          <ac:chgData name="Yasemin Fanaeian" userId="372b3d42-52af-4c89-807d-949e85825c33" providerId="ADAL" clId="{576A2144-7872-474F-B889-CCC99FF71978}" dt="2025-02-10T04:07:02.424" v="162" actId="26606"/>
          <ac:spMkLst>
            <pc:docMk/>
            <pc:sldMk cId="2124588523" sldId="260"/>
            <ac:spMk id="9" creationId="{DAF1966E-FD40-4A4A-B61B-C4DF7FA05F06}"/>
          </ac:spMkLst>
        </pc:spChg>
        <pc:spChg chg="add">
          <ac:chgData name="Yasemin Fanaeian" userId="372b3d42-52af-4c89-807d-949e85825c33" providerId="ADAL" clId="{576A2144-7872-474F-B889-CCC99FF71978}" dt="2025-02-10T04:07:02.424" v="162" actId="26606"/>
          <ac:spMkLst>
            <pc:docMk/>
            <pc:sldMk cId="2124588523" sldId="260"/>
            <ac:spMk id="11" creationId="{047BFA19-D45E-416B-A404-7AF2F3F27017}"/>
          </ac:spMkLst>
        </pc:spChg>
        <pc:spChg chg="add">
          <ac:chgData name="Yasemin Fanaeian" userId="372b3d42-52af-4c89-807d-949e85825c33" providerId="ADAL" clId="{576A2144-7872-474F-B889-CCC99FF71978}" dt="2025-02-10T04:07:02.424" v="162" actId="26606"/>
          <ac:spMkLst>
            <pc:docMk/>
            <pc:sldMk cId="2124588523" sldId="260"/>
            <ac:spMk id="13" creationId="{8E0105E7-23DB-4CF2-8258-FF47C7620F6E}"/>
          </ac:spMkLst>
        </pc:spChg>
        <pc:spChg chg="add">
          <ac:chgData name="Yasemin Fanaeian" userId="372b3d42-52af-4c89-807d-949e85825c33" providerId="ADAL" clId="{576A2144-7872-474F-B889-CCC99FF71978}" dt="2025-02-10T04:07:02.424" v="162" actId="26606"/>
          <ac:spMkLst>
            <pc:docMk/>
            <pc:sldMk cId="2124588523" sldId="260"/>
            <ac:spMk id="15" creationId="{074B4F7D-14B2-478B-8BF5-01E4E0C5D263}"/>
          </ac:spMkLst>
        </pc:spChg>
      </pc:sldChg>
      <pc:sldChg chg="addSp delSp modSp new mod setBg">
        <pc:chgData name="Yasemin Fanaeian" userId="372b3d42-52af-4c89-807d-949e85825c33" providerId="ADAL" clId="{576A2144-7872-474F-B889-CCC99FF71978}" dt="2025-02-10T04:56:33.981" v="336" actId="5793"/>
        <pc:sldMkLst>
          <pc:docMk/>
          <pc:sldMk cId="1037188017" sldId="261"/>
        </pc:sldMkLst>
        <pc:spChg chg="mod">
          <ac:chgData name="Yasemin Fanaeian" userId="372b3d42-52af-4c89-807d-949e85825c33" providerId="ADAL" clId="{576A2144-7872-474F-B889-CCC99FF71978}" dt="2025-02-10T04:56:30.538" v="333" actId="26606"/>
          <ac:spMkLst>
            <pc:docMk/>
            <pc:sldMk cId="1037188017" sldId="261"/>
            <ac:spMk id="2" creationId="{EBCF2213-493D-1504-A345-3EC71B4341DA}"/>
          </ac:spMkLst>
        </pc:spChg>
        <pc:spChg chg="mod">
          <ac:chgData name="Yasemin Fanaeian" userId="372b3d42-52af-4c89-807d-949e85825c33" providerId="ADAL" clId="{576A2144-7872-474F-B889-CCC99FF71978}" dt="2025-02-10T04:56:33.981" v="336" actId="5793"/>
          <ac:spMkLst>
            <pc:docMk/>
            <pc:sldMk cId="1037188017" sldId="261"/>
            <ac:spMk id="3" creationId="{61B0CC26-C9FD-5CD2-9D44-AE04CA76605D}"/>
          </ac:spMkLst>
        </pc:spChg>
        <pc:spChg chg="mod">
          <ac:chgData name="Yasemin Fanaeian" userId="372b3d42-52af-4c89-807d-949e85825c33" providerId="ADAL" clId="{576A2144-7872-474F-B889-CCC99FF71978}" dt="2025-02-10T04:56:30.538" v="333" actId="26606"/>
          <ac:spMkLst>
            <pc:docMk/>
            <pc:sldMk cId="1037188017" sldId="261"/>
            <ac:spMk id="4" creationId="{D49D9835-FD8F-31BA-EA75-0E008DD7D3A8}"/>
          </ac:spMkLst>
        </pc:spChg>
        <pc:spChg chg="add">
          <ac:chgData name="Yasemin Fanaeian" userId="372b3d42-52af-4c89-807d-949e85825c33" providerId="ADAL" clId="{576A2144-7872-474F-B889-CCC99FF71978}" dt="2025-02-10T04:56:30.538" v="333" actId="26606"/>
          <ac:spMkLst>
            <pc:docMk/>
            <pc:sldMk cId="1037188017" sldId="261"/>
            <ac:spMk id="6" creationId="{DAF1966E-FD40-4A4A-B61B-C4DF7FA05F06}"/>
          </ac:spMkLst>
        </pc:spChg>
        <pc:spChg chg="add">
          <ac:chgData name="Yasemin Fanaeian" userId="372b3d42-52af-4c89-807d-949e85825c33" providerId="ADAL" clId="{576A2144-7872-474F-B889-CCC99FF71978}" dt="2025-02-10T04:56:30.538" v="333" actId="26606"/>
          <ac:spMkLst>
            <pc:docMk/>
            <pc:sldMk cId="1037188017" sldId="261"/>
            <ac:spMk id="7" creationId="{047BFA19-D45E-416B-A404-7AF2F3F27017}"/>
          </ac:spMkLst>
        </pc:spChg>
        <pc:spChg chg="add">
          <ac:chgData name="Yasemin Fanaeian" userId="372b3d42-52af-4c89-807d-949e85825c33" providerId="ADAL" clId="{576A2144-7872-474F-B889-CCC99FF71978}" dt="2025-02-10T04:56:30.538" v="333" actId="26606"/>
          <ac:spMkLst>
            <pc:docMk/>
            <pc:sldMk cId="1037188017" sldId="261"/>
            <ac:spMk id="8" creationId="{8E0105E7-23DB-4CF2-8258-FF47C7620F6E}"/>
          </ac:spMkLst>
        </pc:spChg>
        <pc:spChg chg="add del">
          <ac:chgData name="Yasemin Fanaeian" userId="372b3d42-52af-4c89-807d-949e85825c33" providerId="ADAL" clId="{576A2144-7872-474F-B889-CCC99FF71978}" dt="2025-02-10T04:56:24.869" v="331" actId="26606"/>
          <ac:spMkLst>
            <pc:docMk/>
            <pc:sldMk cId="1037188017" sldId="261"/>
            <ac:spMk id="9" creationId="{DAF1966E-FD40-4A4A-B61B-C4DF7FA05F06}"/>
          </ac:spMkLst>
        </pc:spChg>
        <pc:spChg chg="add">
          <ac:chgData name="Yasemin Fanaeian" userId="372b3d42-52af-4c89-807d-949e85825c33" providerId="ADAL" clId="{576A2144-7872-474F-B889-CCC99FF71978}" dt="2025-02-10T04:56:30.538" v="333" actId="26606"/>
          <ac:spMkLst>
            <pc:docMk/>
            <pc:sldMk cId="1037188017" sldId="261"/>
            <ac:spMk id="10" creationId="{074B4F7D-14B2-478B-8BF5-01E4E0C5D263}"/>
          </ac:spMkLst>
        </pc:spChg>
        <pc:spChg chg="add del">
          <ac:chgData name="Yasemin Fanaeian" userId="372b3d42-52af-4c89-807d-949e85825c33" providerId="ADAL" clId="{576A2144-7872-474F-B889-CCC99FF71978}" dt="2025-02-10T04:56:24.869" v="331" actId="26606"/>
          <ac:spMkLst>
            <pc:docMk/>
            <pc:sldMk cId="1037188017" sldId="261"/>
            <ac:spMk id="11" creationId="{047BFA19-D45E-416B-A404-7AF2F3F27017}"/>
          </ac:spMkLst>
        </pc:spChg>
        <pc:spChg chg="add del">
          <ac:chgData name="Yasemin Fanaeian" userId="372b3d42-52af-4c89-807d-949e85825c33" providerId="ADAL" clId="{576A2144-7872-474F-B889-CCC99FF71978}" dt="2025-02-10T04:56:24.869" v="331" actId="26606"/>
          <ac:spMkLst>
            <pc:docMk/>
            <pc:sldMk cId="1037188017" sldId="261"/>
            <ac:spMk id="13" creationId="{8E0105E7-23DB-4CF2-8258-FF47C7620F6E}"/>
          </ac:spMkLst>
        </pc:spChg>
        <pc:spChg chg="add del">
          <ac:chgData name="Yasemin Fanaeian" userId="372b3d42-52af-4c89-807d-949e85825c33" providerId="ADAL" clId="{576A2144-7872-474F-B889-CCC99FF71978}" dt="2025-02-10T04:56:24.869" v="331" actId="26606"/>
          <ac:spMkLst>
            <pc:docMk/>
            <pc:sldMk cId="1037188017" sldId="261"/>
            <ac:spMk id="15" creationId="{074B4F7D-14B2-478B-8BF5-01E4E0C5D263}"/>
          </ac:spMkLst>
        </pc:spChg>
      </pc:sldChg>
      <pc:sldChg chg="addSp delSp modSp new mod setBg">
        <pc:chgData name="Yasemin Fanaeian" userId="372b3d42-52af-4c89-807d-949e85825c33" providerId="ADAL" clId="{576A2144-7872-474F-B889-CCC99FF71978}" dt="2025-02-10T19:19:23.662" v="503" actId="208"/>
        <pc:sldMkLst>
          <pc:docMk/>
          <pc:sldMk cId="3839986100" sldId="262"/>
        </pc:sldMkLst>
        <pc:spChg chg="mod">
          <ac:chgData name="Yasemin Fanaeian" userId="372b3d42-52af-4c89-807d-949e85825c33" providerId="ADAL" clId="{576A2144-7872-474F-B889-CCC99FF71978}" dt="2025-02-10T04:56:43.276" v="337" actId="26606"/>
          <ac:spMkLst>
            <pc:docMk/>
            <pc:sldMk cId="3839986100" sldId="262"/>
            <ac:spMk id="2" creationId="{A8071F45-E46D-DC02-40E7-7760E99A1EF4}"/>
          </ac:spMkLst>
        </pc:spChg>
        <pc:spChg chg="del">
          <ac:chgData name="Yasemin Fanaeian" userId="372b3d42-52af-4c89-807d-949e85825c33" providerId="ADAL" clId="{576A2144-7872-474F-B889-CCC99FF71978}" dt="2025-02-10T03:16:31.417" v="16"/>
          <ac:spMkLst>
            <pc:docMk/>
            <pc:sldMk cId="3839986100" sldId="262"/>
            <ac:spMk id="3" creationId="{0C5EBF69-150B-BFF5-F0A5-C2ABC39B3113}"/>
          </ac:spMkLst>
        </pc:spChg>
        <pc:spChg chg="mod">
          <ac:chgData name="Yasemin Fanaeian" userId="372b3d42-52af-4c89-807d-949e85825c33" providerId="ADAL" clId="{576A2144-7872-474F-B889-CCC99FF71978}" dt="2025-02-10T04:56:43.276" v="337" actId="26606"/>
          <ac:spMkLst>
            <pc:docMk/>
            <pc:sldMk cId="3839986100" sldId="262"/>
            <ac:spMk id="4" creationId="{DBFE7A16-3B4A-A6EA-36DE-2AAD66D7501B}"/>
          </ac:spMkLst>
        </pc:spChg>
        <pc:spChg chg="add del mod">
          <ac:chgData name="Yasemin Fanaeian" userId="372b3d42-52af-4c89-807d-949e85825c33" providerId="ADAL" clId="{576A2144-7872-474F-B889-CCC99FF71978}" dt="2025-02-10T19:19:18.295" v="501" actId="255"/>
          <ac:spMkLst>
            <pc:docMk/>
            <pc:sldMk cId="3839986100" sldId="262"/>
            <ac:spMk id="5" creationId="{2B724159-4825-9CEB-958B-5FF0A0C981DE}"/>
          </ac:spMkLst>
        </pc:spChg>
        <pc:spChg chg="add">
          <ac:chgData name="Yasemin Fanaeian" userId="372b3d42-52af-4c89-807d-949e85825c33" providerId="ADAL" clId="{576A2144-7872-474F-B889-CCC99FF71978}" dt="2025-02-10T04:56:43.276" v="337" actId="26606"/>
          <ac:spMkLst>
            <pc:docMk/>
            <pc:sldMk cId="3839986100" sldId="262"/>
            <ac:spMk id="11" creationId="{017517EF-BD4D-4055-BDB4-A322C53568AD}"/>
          </ac:spMkLst>
        </pc:spChg>
        <pc:spChg chg="add mod">
          <ac:chgData name="Yasemin Fanaeian" userId="372b3d42-52af-4c89-807d-949e85825c33" providerId="ADAL" clId="{576A2144-7872-474F-B889-CCC99FF71978}" dt="2025-02-10T19:19:23.662" v="503" actId="208"/>
          <ac:spMkLst>
            <pc:docMk/>
            <pc:sldMk cId="3839986100" sldId="262"/>
            <ac:spMk id="12" creationId="{B4461535-A2FA-3BFA-58AE-8F8220BF9A95}"/>
          </ac:spMkLst>
        </pc:spChg>
        <pc:spChg chg="add">
          <ac:chgData name="Yasemin Fanaeian" userId="372b3d42-52af-4c89-807d-949e85825c33" providerId="ADAL" clId="{576A2144-7872-474F-B889-CCC99FF71978}" dt="2025-02-10T04:56:43.276" v="337" actId="26606"/>
          <ac:spMkLst>
            <pc:docMk/>
            <pc:sldMk cId="3839986100" sldId="262"/>
            <ac:spMk id="13" creationId="{0ADDB668-2CA4-4D2B-9C34-3487CA330BA8}"/>
          </ac:spMkLst>
        </pc:spChg>
        <pc:spChg chg="add">
          <ac:chgData name="Yasemin Fanaeian" userId="372b3d42-52af-4c89-807d-949e85825c33" providerId="ADAL" clId="{576A2144-7872-474F-B889-CCC99FF71978}" dt="2025-02-10T04:56:43.276" v="337" actId="26606"/>
          <ac:spMkLst>
            <pc:docMk/>
            <pc:sldMk cId="3839986100" sldId="262"/>
            <ac:spMk id="15" creationId="{2568BC19-F052-4108-93E1-6A3D1DEC072F}"/>
          </ac:spMkLst>
        </pc:spChg>
        <pc:spChg chg="add">
          <ac:chgData name="Yasemin Fanaeian" userId="372b3d42-52af-4c89-807d-949e85825c33" providerId="ADAL" clId="{576A2144-7872-474F-B889-CCC99FF71978}" dt="2025-02-10T04:56:43.276" v="337" actId="26606"/>
          <ac:spMkLst>
            <pc:docMk/>
            <pc:sldMk cId="3839986100" sldId="262"/>
            <ac:spMk id="17" creationId="{D5FD337D-4D6B-4C8B-B6F5-121097E09881}"/>
          </ac:spMkLst>
        </pc:spChg>
        <pc:picChg chg="add del mod">
          <ac:chgData name="Yasemin Fanaeian" userId="372b3d42-52af-4c89-807d-949e85825c33" providerId="ADAL" clId="{576A2144-7872-474F-B889-CCC99FF71978}" dt="2025-02-10T19:17:05.227" v="454" actId="478"/>
          <ac:picMkLst>
            <pc:docMk/>
            <pc:sldMk cId="3839986100" sldId="262"/>
            <ac:picMk id="6" creationId="{28696B13-3382-4BFA-0034-08104BE92144}"/>
          </ac:picMkLst>
        </pc:picChg>
        <pc:picChg chg="add mod">
          <ac:chgData name="Yasemin Fanaeian" userId="372b3d42-52af-4c89-807d-949e85825c33" providerId="ADAL" clId="{576A2144-7872-474F-B889-CCC99FF71978}" dt="2025-02-10T19:17:10.353" v="461"/>
          <ac:picMkLst>
            <pc:docMk/>
            <pc:sldMk cId="3839986100" sldId="262"/>
            <ac:picMk id="8" creationId="{5687098C-BE07-4480-70CA-743B9DAE085B}"/>
          </ac:picMkLst>
        </pc:picChg>
        <pc:picChg chg="add mod">
          <ac:chgData name="Yasemin Fanaeian" userId="372b3d42-52af-4c89-807d-949e85825c33" providerId="ADAL" clId="{576A2144-7872-474F-B889-CCC99FF71978}" dt="2025-02-10T19:17:56.660" v="481" actId="1076"/>
          <ac:picMkLst>
            <pc:docMk/>
            <pc:sldMk cId="3839986100" sldId="262"/>
            <ac:picMk id="10" creationId="{5A31AB1C-349D-527F-6B82-E10B32FB21F1}"/>
          </ac:picMkLst>
        </pc:picChg>
      </pc:sldChg>
      <pc:sldChg chg="addSp delSp modSp new mod setBg">
        <pc:chgData name="Yasemin Fanaeian" userId="372b3d42-52af-4c89-807d-949e85825c33" providerId="ADAL" clId="{576A2144-7872-474F-B889-CCC99FF71978}" dt="2025-02-10T04:57:14.614" v="340" actId="26606"/>
        <pc:sldMkLst>
          <pc:docMk/>
          <pc:sldMk cId="3785332300" sldId="263"/>
        </pc:sldMkLst>
        <pc:spChg chg="mod">
          <ac:chgData name="Yasemin Fanaeian" userId="372b3d42-52af-4c89-807d-949e85825c33" providerId="ADAL" clId="{576A2144-7872-474F-B889-CCC99FF71978}" dt="2025-02-10T04:57:14.614" v="340" actId="26606"/>
          <ac:spMkLst>
            <pc:docMk/>
            <pc:sldMk cId="3785332300" sldId="263"/>
            <ac:spMk id="2" creationId="{0EAA1A88-D0CB-0AD1-23AB-3EC8A9824658}"/>
          </ac:spMkLst>
        </pc:spChg>
        <pc:spChg chg="del">
          <ac:chgData name="Yasemin Fanaeian" userId="372b3d42-52af-4c89-807d-949e85825c33" providerId="ADAL" clId="{576A2144-7872-474F-B889-CCC99FF71978}" dt="2025-02-10T03:24:12.161" v="23"/>
          <ac:spMkLst>
            <pc:docMk/>
            <pc:sldMk cId="3785332300" sldId="263"/>
            <ac:spMk id="3" creationId="{5CB42350-087B-BD33-1202-A2382CF7CB8D}"/>
          </ac:spMkLst>
        </pc:spChg>
        <pc:spChg chg="mod">
          <ac:chgData name="Yasemin Fanaeian" userId="372b3d42-52af-4c89-807d-949e85825c33" providerId="ADAL" clId="{576A2144-7872-474F-B889-CCC99FF71978}" dt="2025-02-10T04:57:14.614" v="340" actId="26606"/>
          <ac:spMkLst>
            <pc:docMk/>
            <pc:sldMk cId="3785332300" sldId="263"/>
            <ac:spMk id="4" creationId="{721F66C7-3068-8474-8AB9-F9F02ED29885}"/>
          </ac:spMkLst>
        </pc:spChg>
        <pc:spChg chg="add del">
          <ac:chgData name="Yasemin Fanaeian" userId="372b3d42-52af-4c89-807d-949e85825c33" providerId="ADAL" clId="{576A2144-7872-474F-B889-CCC99FF71978}" dt="2025-02-10T04:57:14.614" v="340" actId="26606"/>
          <ac:spMkLst>
            <pc:docMk/>
            <pc:sldMk cId="3785332300" sldId="263"/>
            <ac:spMk id="11" creationId="{017517EF-BD4D-4055-BDB4-A322C53568AD}"/>
          </ac:spMkLst>
        </pc:spChg>
        <pc:spChg chg="add del">
          <ac:chgData name="Yasemin Fanaeian" userId="372b3d42-52af-4c89-807d-949e85825c33" providerId="ADAL" clId="{576A2144-7872-474F-B889-CCC99FF71978}" dt="2025-02-10T04:57:14.614" v="340" actId="26606"/>
          <ac:spMkLst>
            <pc:docMk/>
            <pc:sldMk cId="3785332300" sldId="263"/>
            <ac:spMk id="13" creationId="{0ADDB668-2CA4-4D2B-9C34-3487CA330BA8}"/>
          </ac:spMkLst>
        </pc:spChg>
        <pc:spChg chg="add del">
          <ac:chgData name="Yasemin Fanaeian" userId="372b3d42-52af-4c89-807d-949e85825c33" providerId="ADAL" clId="{576A2144-7872-474F-B889-CCC99FF71978}" dt="2025-02-10T04:57:14.614" v="340" actId="26606"/>
          <ac:spMkLst>
            <pc:docMk/>
            <pc:sldMk cId="3785332300" sldId="263"/>
            <ac:spMk id="15" creationId="{2568BC19-F052-4108-93E1-6A3D1DEC072F}"/>
          </ac:spMkLst>
        </pc:spChg>
        <pc:spChg chg="add del">
          <ac:chgData name="Yasemin Fanaeian" userId="372b3d42-52af-4c89-807d-949e85825c33" providerId="ADAL" clId="{576A2144-7872-474F-B889-CCC99FF71978}" dt="2025-02-10T04:57:14.614" v="340" actId="26606"/>
          <ac:spMkLst>
            <pc:docMk/>
            <pc:sldMk cId="3785332300" sldId="263"/>
            <ac:spMk id="17" creationId="{D5FD337D-4D6B-4C8B-B6F5-121097E09881}"/>
          </ac:spMkLst>
        </pc:spChg>
        <pc:spChg chg="add del">
          <ac:chgData name="Yasemin Fanaeian" userId="372b3d42-52af-4c89-807d-949e85825c33" providerId="ADAL" clId="{576A2144-7872-474F-B889-CCC99FF71978}" dt="2025-02-10T04:57:14.614" v="340" actId="26606"/>
          <ac:spMkLst>
            <pc:docMk/>
            <pc:sldMk cId="3785332300" sldId="263"/>
            <ac:spMk id="24" creationId="{84ECDE7A-6944-466D-8FFE-149A29BA6BAE}"/>
          </ac:spMkLst>
        </pc:spChg>
        <pc:spChg chg="add del">
          <ac:chgData name="Yasemin Fanaeian" userId="372b3d42-52af-4c89-807d-949e85825c33" providerId="ADAL" clId="{576A2144-7872-474F-B889-CCC99FF71978}" dt="2025-02-10T04:57:14.614" v="340" actId="26606"/>
          <ac:spMkLst>
            <pc:docMk/>
            <pc:sldMk cId="3785332300" sldId="263"/>
            <ac:spMk id="26" creationId="{B3420082-9415-44EC-802E-C77D71D59C57}"/>
          </ac:spMkLst>
        </pc:spChg>
        <pc:spChg chg="add del">
          <ac:chgData name="Yasemin Fanaeian" userId="372b3d42-52af-4c89-807d-949e85825c33" providerId="ADAL" clId="{576A2144-7872-474F-B889-CCC99FF71978}" dt="2025-02-10T04:57:14.614" v="340" actId="26606"/>
          <ac:spMkLst>
            <pc:docMk/>
            <pc:sldMk cId="3785332300" sldId="263"/>
            <ac:spMk id="28" creationId="{55A52C45-1FCB-4636-A80F-2849B8226C01}"/>
          </ac:spMkLst>
        </pc:spChg>
        <pc:spChg chg="add del">
          <ac:chgData name="Yasemin Fanaeian" userId="372b3d42-52af-4c89-807d-949e85825c33" providerId="ADAL" clId="{576A2144-7872-474F-B889-CCC99FF71978}" dt="2025-02-10T04:57:14.614" v="340" actId="26606"/>
          <ac:spMkLst>
            <pc:docMk/>
            <pc:sldMk cId="3785332300" sldId="263"/>
            <ac:spMk id="30" creationId="{768EB4DD-3704-43AD-92B3-C4E0C6EA92CB}"/>
          </ac:spMkLst>
        </pc:spChg>
        <pc:picChg chg="add mod">
          <ac:chgData name="Yasemin Fanaeian" userId="372b3d42-52af-4c89-807d-949e85825c33" providerId="ADAL" clId="{576A2144-7872-474F-B889-CCC99FF71978}" dt="2025-02-10T04:56:46.846" v="338" actId="26606"/>
          <ac:picMkLst>
            <pc:docMk/>
            <pc:sldMk cId="3785332300" sldId="263"/>
            <ac:picMk id="6" creationId="{997BAD4A-C289-FB6B-CBD5-468E8A7AFE60}"/>
          </ac:picMkLst>
        </pc:picChg>
      </pc:sldChg>
      <pc:sldChg chg="addSp delSp modSp new mod setBg">
        <pc:chgData name="Yasemin Fanaeian" userId="372b3d42-52af-4c89-807d-949e85825c33" providerId="ADAL" clId="{576A2144-7872-474F-B889-CCC99FF71978}" dt="2025-02-10T19:31:16.767" v="802" actId="1036"/>
        <pc:sldMkLst>
          <pc:docMk/>
          <pc:sldMk cId="2468849395" sldId="264"/>
        </pc:sldMkLst>
        <pc:spChg chg="mod">
          <ac:chgData name="Yasemin Fanaeian" userId="372b3d42-52af-4c89-807d-949e85825c33" providerId="ADAL" clId="{576A2144-7872-474F-B889-CCC99FF71978}" dt="2025-02-10T04:57:31.913" v="342" actId="26606"/>
          <ac:spMkLst>
            <pc:docMk/>
            <pc:sldMk cId="2468849395" sldId="264"/>
            <ac:spMk id="2" creationId="{DB6DF991-D243-CC90-3B2E-FD234AA885A9}"/>
          </ac:spMkLst>
        </pc:spChg>
        <pc:spChg chg="mod">
          <ac:chgData name="Yasemin Fanaeian" userId="372b3d42-52af-4c89-807d-949e85825c33" providerId="ADAL" clId="{576A2144-7872-474F-B889-CCC99FF71978}" dt="2025-02-10T04:57:39.934" v="344" actId="1076"/>
          <ac:spMkLst>
            <pc:docMk/>
            <pc:sldMk cId="2468849395" sldId="264"/>
            <ac:spMk id="3" creationId="{27BA630F-7D9A-AA74-EF0C-AE8B50A1C03C}"/>
          </ac:spMkLst>
        </pc:spChg>
        <pc:spChg chg="mod">
          <ac:chgData name="Yasemin Fanaeian" userId="372b3d42-52af-4c89-807d-949e85825c33" providerId="ADAL" clId="{576A2144-7872-474F-B889-CCC99FF71978}" dt="2025-02-10T04:57:31.913" v="342" actId="26606"/>
          <ac:spMkLst>
            <pc:docMk/>
            <pc:sldMk cId="2468849395" sldId="264"/>
            <ac:spMk id="4" creationId="{0158EE12-A21F-9D2B-7DCD-E8E6452A82BF}"/>
          </ac:spMkLst>
        </pc:spChg>
        <pc:spChg chg="add mod">
          <ac:chgData name="Yasemin Fanaeian" userId="372b3d42-52af-4c89-807d-949e85825c33" providerId="ADAL" clId="{576A2144-7872-474F-B889-CCC99FF71978}" dt="2025-02-10T19:31:16.767" v="802" actId="1036"/>
          <ac:spMkLst>
            <pc:docMk/>
            <pc:sldMk cId="2468849395" sldId="264"/>
            <ac:spMk id="5" creationId="{94E123C6-BBD0-B497-7B76-27F687B7D553}"/>
          </ac:spMkLst>
        </pc:spChg>
        <pc:spChg chg="add">
          <ac:chgData name="Yasemin Fanaeian" userId="372b3d42-52af-4c89-807d-949e85825c33" providerId="ADAL" clId="{576A2144-7872-474F-B889-CCC99FF71978}" dt="2025-02-10T04:57:31.913" v="342" actId="26606"/>
          <ac:spMkLst>
            <pc:docMk/>
            <pc:sldMk cId="2468849395" sldId="264"/>
            <ac:spMk id="9" creationId="{DAF1966E-FD40-4A4A-B61B-C4DF7FA05F06}"/>
          </ac:spMkLst>
        </pc:spChg>
        <pc:spChg chg="add">
          <ac:chgData name="Yasemin Fanaeian" userId="372b3d42-52af-4c89-807d-949e85825c33" providerId="ADAL" clId="{576A2144-7872-474F-B889-CCC99FF71978}" dt="2025-02-10T04:57:31.913" v="342" actId="26606"/>
          <ac:spMkLst>
            <pc:docMk/>
            <pc:sldMk cId="2468849395" sldId="264"/>
            <ac:spMk id="11" creationId="{047BFA19-D45E-416B-A404-7AF2F3F27017}"/>
          </ac:spMkLst>
        </pc:spChg>
        <pc:spChg chg="add">
          <ac:chgData name="Yasemin Fanaeian" userId="372b3d42-52af-4c89-807d-949e85825c33" providerId="ADAL" clId="{576A2144-7872-474F-B889-CCC99FF71978}" dt="2025-02-10T04:57:31.913" v="342" actId="26606"/>
          <ac:spMkLst>
            <pc:docMk/>
            <pc:sldMk cId="2468849395" sldId="264"/>
            <ac:spMk id="13" creationId="{8E0105E7-23DB-4CF2-8258-FF47C7620F6E}"/>
          </ac:spMkLst>
        </pc:spChg>
        <pc:spChg chg="add">
          <ac:chgData name="Yasemin Fanaeian" userId="372b3d42-52af-4c89-807d-949e85825c33" providerId="ADAL" clId="{576A2144-7872-474F-B889-CCC99FF71978}" dt="2025-02-10T04:57:31.913" v="342" actId="26606"/>
          <ac:spMkLst>
            <pc:docMk/>
            <pc:sldMk cId="2468849395" sldId="264"/>
            <ac:spMk id="15" creationId="{074B4F7D-14B2-478B-8BF5-01E4E0C5D263}"/>
          </ac:spMkLst>
        </pc:spChg>
        <pc:picChg chg="add del mod">
          <ac:chgData name="Yasemin Fanaeian" userId="372b3d42-52af-4c89-807d-949e85825c33" providerId="ADAL" clId="{576A2144-7872-474F-B889-CCC99FF71978}" dt="2025-02-10T04:57:27.792" v="341" actId="21"/>
          <ac:picMkLst>
            <pc:docMk/>
            <pc:sldMk cId="2468849395" sldId="264"/>
            <ac:picMk id="6" creationId="{4985A994-7917-7FA6-C55C-A54E2B261A44}"/>
          </ac:picMkLst>
        </pc:picChg>
        <pc:picChg chg="add mod">
          <ac:chgData name="Yasemin Fanaeian" userId="372b3d42-52af-4c89-807d-949e85825c33" providerId="ADAL" clId="{576A2144-7872-474F-B889-CCC99FF71978}" dt="2025-02-10T19:31:16.767" v="802" actId="1036"/>
          <ac:picMkLst>
            <pc:docMk/>
            <pc:sldMk cId="2468849395" sldId="264"/>
            <ac:picMk id="7" creationId="{14F19956-7349-431B-71D7-F6A68ABA211B}"/>
          </ac:picMkLst>
        </pc:picChg>
        <pc:picChg chg="add del mod">
          <ac:chgData name="Yasemin Fanaeian" userId="372b3d42-52af-4c89-807d-949e85825c33" providerId="ADAL" clId="{576A2144-7872-474F-B889-CCC99FF71978}" dt="2025-02-10T04:57:27.792" v="341" actId="21"/>
          <ac:picMkLst>
            <pc:docMk/>
            <pc:sldMk cId="2468849395" sldId="264"/>
            <ac:picMk id="8" creationId="{3B3064BB-7817-255B-28A2-4294ECD87CE6}"/>
          </ac:picMkLst>
        </pc:picChg>
        <pc:picChg chg="add del mod">
          <ac:chgData name="Yasemin Fanaeian" userId="372b3d42-52af-4c89-807d-949e85825c33" providerId="ADAL" clId="{576A2144-7872-474F-B889-CCC99FF71978}" dt="2025-02-10T19:30:48.654" v="530" actId="478"/>
          <ac:picMkLst>
            <pc:docMk/>
            <pc:sldMk cId="2468849395" sldId="264"/>
            <ac:picMk id="10" creationId="{4985A994-7917-7FA6-C55C-A54E2B261A44}"/>
          </ac:picMkLst>
        </pc:picChg>
        <pc:picChg chg="add del mod">
          <ac:chgData name="Yasemin Fanaeian" userId="372b3d42-52af-4c89-807d-949e85825c33" providerId="ADAL" clId="{576A2144-7872-474F-B889-CCC99FF71978}" dt="2025-02-10T19:30:51.034" v="531" actId="21"/>
          <ac:picMkLst>
            <pc:docMk/>
            <pc:sldMk cId="2468849395" sldId="264"/>
            <ac:picMk id="12" creationId="{3B3064BB-7817-255B-28A2-4294ECD87CE6}"/>
          </ac:picMkLst>
        </pc:picChg>
      </pc:sldChg>
      <pc:sldChg chg="addSp delSp modSp new mod">
        <pc:chgData name="Yasemin Fanaeian" userId="372b3d42-52af-4c89-807d-949e85825c33" providerId="ADAL" clId="{576A2144-7872-474F-B889-CCC99FF71978}" dt="2025-02-10T19:34:30.880" v="809" actId="208"/>
        <pc:sldMkLst>
          <pc:docMk/>
          <pc:sldMk cId="3854721885" sldId="265"/>
        </pc:sldMkLst>
        <pc:spChg chg="mod">
          <ac:chgData name="Yasemin Fanaeian" userId="372b3d42-52af-4c89-807d-949e85825c33" providerId="ADAL" clId="{576A2144-7872-474F-B889-CCC99FF71978}" dt="2025-02-10T04:12:10.103" v="247" actId="255"/>
          <ac:spMkLst>
            <pc:docMk/>
            <pc:sldMk cId="3854721885" sldId="265"/>
            <ac:spMk id="2" creationId="{DED64572-E506-EB4F-89CF-87C828934CCC}"/>
          </ac:spMkLst>
        </pc:spChg>
        <pc:spChg chg="mod">
          <ac:chgData name="Yasemin Fanaeian" userId="372b3d42-52af-4c89-807d-949e85825c33" providerId="ADAL" clId="{576A2144-7872-474F-B889-CCC99FF71978}" dt="2025-02-10T19:29:31.737" v="516" actId="1076"/>
          <ac:spMkLst>
            <pc:docMk/>
            <pc:sldMk cId="3854721885" sldId="265"/>
            <ac:spMk id="3" creationId="{00BC9130-CACF-738E-0CD5-05A27CF22DB8}"/>
          </ac:spMkLst>
        </pc:spChg>
        <pc:spChg chg="add del mod">
          <ac:chgData name="Yasemin Fanaeian" userId="372b3d42-52af-4c89-807d-949e85825c33" providerId="ADAL" clId="{576A2144-7872-474F-B889-CCC99FF71978}" dt="2025-02-10T19:31:00.158" v="533" actId="21"/>
          <ac:spMkLst>
            <pc:docMk/>
            <pc:sldMk cId="3854721885" sldId="265"/>
            <ac:spMk id="9" creationId="{94E123C6-BBD0-B497-7B76-27F687B7D553}"/>
          </ac:spMkLst>
        </pc:spChg>
        <pc:picChg chg="add mod">
          <ac:chgData name="Yasemin Fanaeian" userId="372b3d42-52af-4c89-807d-949e85825c33" providerId="ADAL" clId="{576A2144-7872-474F-B889-CCC99FF71978}" dt="2025-02-10T19:29:20.121" v="512" actId="1076"/>
          <ac:picMkLst>
            <pc:docMk/>
            <pc:sldMk cId="3854721885" sldId="265"/>
            <ac:picMk id="6" creationId="{4CFD59CB-443A-5850-168C-D30D52B2301B}"/>
          </ac:picMkLst>
        </pc:picChg>
        <pc:picChg chg="add del mod">
          <ac:chgData name="Yasemin Fanaeian" userId="372b3d42-52af-4c89-807d-949e85825c33" providerId="ADAL" clId="{576A2144-7872-474F-B889-CCC99FF71978}" dt="2025-02-10T19:31:00.158" v="533" actId="21"/>
          <ac:picMkLst>
            <pc:docMk/>
            <pc:sldMk cId="3854721885" sldId="265"/>
            <ac:picMk id="7" creationId="{14F19956-7349-431B-71D7-F6A68ABA211B}"/>
          </ac:picMkLst>
        </pc:picChg>
        <pc:picChg chg="add mod">
          <ac:chgData name="Yasemin Fanaeian" userId="372b3d42-52af-4c89-807d-949e85825c33" providerId="ADAL" clId="{576A2144-7872-474F-B889-CCC99FF71978}" dt="2025-02-10T19:29:22.129" v="513" actId="1076"/>
          <ac:picMkLst>
            <pc:docMk/>
            <pc:sldMk cId="3854721885" sldId="265"/>
            <ac:picMk id="8" creationId="{094B8089-AAEC-3FE6-70F0-511A777D4632}"/>
          </ac:picMkLst>
        </pc:picChg>
        <pc:picChg chg="add del mod">
          <ac:chgData name="Yasemin Fanaeian" userId="372b3d42-52af-4c89-807d-949e85825c33" providerId="ADAL" clId="{576A2144-7872-474F-B889-CCC99FF71978}" dt="2025-02-10T19:27:44.515" v="506" actId="478"/>
          <ac:picMkLst>
            <pc:docMk/>
            <pc:sldMk cId="3854721885" sldId="265"/>
            <ac:picMk id="10" creationId="{1BC16DCF-C32D-D62A-E04A-80B42A34AEEB}"/>
          </ac:picMkLst>
        </pc:picChg>
        <pc:picChg chg="add mod">
          <ac:chgData name="Yasemin Fanaeian" userId="372b3d42-52af-4c89-807d-949e85825c33" providerId="ADAL" clId="{576A2144-7872-474F-B889-CCC99FF71978}" dt="2025-02-10T19:31:36.616" v="804" actId="14100"/>
          <ac:picMkLst>
            <pc:docMk/>
            <pc:sldMk cId="3854721885" sldId="265"/>
            <ac:picMk id="12" creationId="{3B3064BB-7817-255B-28A2-4294ECD87CE6}"/>
          </ac:picMkLst>
        </pc:picChg>
        <pc:picChg chg="add mod">
          <ac:chgData name="Yasemin Fanaeian" userId="372b3d42-52af-4c89-807d-949e85825c33" providerId="ADAL" clId="{576A2144-7872-474F-B889-CCC99FF71978}" dt="2025-02-10T19:34:30.880" v="809" actId="208"/>
          <ac:picMkLst>
            <pc:docMk/>
            <pc:sldMk cId="3854721885" sldId="265"/>
            <ac:picMk id="13" creationId="{0036DDE8-BF7A-525B-946A-0031311CC8B8}"/>
          </ac:picMkLst>
        </pc:picChg>
      </pc:sldChg>
      <pc:sldChg chg="addSp delSp modSp new mod modAnim">
        <pc:chgData name="Yasemin Fanaeian" userId="372b3d42-52af-4c89-807d-949e85825c33" providerId="ADAL" clId="{576A2144-7872-474F-B889-CCC99FF71978}" dt="2025-02-10T19:39:16.258" v="843"/>
        <pc:sldMkLst>
          <pc:docMk/>
          <pc:sldMk cId="233003831" sldId="266"/>
        </pc:sldMkLst>
        <pc:spChg chg="mod">
          <ac:chgData name="Yasemin Fanaeian" userId="372b3d42-52af-4c89-807d-949e85825c33" providerId="ADAL" clId="{576A2144-7872-474F-B889-CCC99FF71978}" dt="2025-02-10T04:13:41.094" v="276" actId="255"/>
          <ac:spMkLst>
            <pc:docMk/>
            <pc:sldMk cId="233003831" sldId="266"/>
            <ac:spMk id="2" creationId="{631D10D9-7A5A-1E7F-F5BA-7CCF0336856A}"/>
          </ac:spMkLst>
        </pc:spChg>
        <pc:spChg chg="mod">
          <ac:chgData name="Yasemin Fanaeian" userId="372b3d42-52af-4c89-807d-949e85825c33" providerId="ADAL" clId="{576A2144-7872-474F-B889-CCC99FF71978}" dt="2025-02-10T19:37:39.038" v="816" actId="1076"/>
          <ac:spMkLst>
            <pc:docMk/>
            <pc:sldMk cId="233003831" sldId="266"/>
            <ac:spMk id="3" creationId="{E1E4CD23-8803-DA39-1F6D-121B612C3E0E}"/>
          </ac:spMkLst>
        </pc:spChg>
        <pc:spChg chg="add mod">
          <ac:chgData name="Yasemin Fanaeian" userId="372b3d42-52af-4c89-807d-949e85825c33" providerId="ADAL" clId="{576A2144-7872-474F-B889-CCC99FF71978}" dt="2025-02-10T19:39:04.766" v="840" actId="1076"/>
          <ac:spMkLst>
            <pc:docMk/>
            <pc:sldMk cId="233003831" sldId="266"/>
            <ac:spMk id="8" creationId="{442F0A2A-EAC6-1C78-AF84-207503BD4C94}"/>
          </ac:spMkLst>
        </pc:spChg>
        <pc:picChg chg="add del mod">
          <ac:chgData name="Yasemin Fanaeian" userId="372b3d42-52af-4c89-807d-949e85825c33" providerId="ADAL" clId="{576A2144-7872-474F-B889-CCC99FF71978}" dt="2025-02-10T19:37:31.295" v="810" actId="478"/>
          <ac:picMkLst>
            <pc:docMk/>
            <pc:sldMk cId="233003831" sldId="266"/>
            <ac:picMk id="6" creationId="{A30F2B93-193F-39BC-7479-57F957315B87}"/>
          </ac:picMkLst>
        </pc:picChg>
        <pc:picChg chg="add mod">
          <ac:chgData name="Yasemin Fanaeian" userId="372b3d42-52af-4c89-807d-949e85825c33" providerId="ADAL" clId="{576A2144-7872-474F-B889-CCC99FF71978}" dt="2025-02-10T19:39:10.594" v="842" actId="14100"/>
          <ac:picMkLst>
            <pc:docMk/>
            <pc:sldMk cId="233003831" sldId="266"/>
            <ac:picMk id="7" creationId="{09CA5E08-B089-9BF9-20A1-88AD2411C915}"/>
          </ac:picMkLst>
        </pc:picChg>
        <pc:picChg chg="add mod">
          <ac:chgData name="Yasemin Fanaeian" userId="372b3d42-52af-4c89-807d-949e85825c33" providerId="ADAL" clId="{576A2144-7872-474F-B889-CCC99FF71978}" dt="2025-02-10T19:39:02.356" v="839" actId="1076"/>
          <ac:picMkLst>
            <pc:docMk/>
            <pc:sldMk cId="233003831" sldId="266"/>
            <ac:picMk id="10" creationId="{D1AB9BB0-E7F1-17F8-8C85-D580138408BD}"/>
          </ac:picMkLst>
        </pc:picChg>
      </pc:sldChg>
      <pc:sldChg chg="addSp delSp modSp new mod setBg">
        <pc:chgData name="Yasemin Fanaeian" userId="372b3d42-52af-4c89-807d-949e85825c33" providerId="ADAL" clId="{576A2144-7872-474F-B889-CCC99FF71978}" dt="2025-02-10T19:52:33.663" v="1025" actId="26606"/>
        <pc:sldMkLst>
          <pc:docMk/>
          <pc:sldMk cId="2288277564" sldId="267"/>
        </pc:sldMkLst>
        <pc:spChg chg="mod">
          <ac:chgData name="Yasemin Fanaeian" userId="372b3d42-52af-4c89-807d-949e85825c33" providerId="ADAL" clId="{576A2144-7872-474F-B889-CCC99FF71978}" dt="2025-02-10T19:52:33.663" v="1025" actId="26606"/>
          <ac:spMkLst>
            <pc:docMk/>
            <pc:sldMk cId="2288277564" sldId="267"/>
            <ac:spMk id="2" creationId="{82331C21-22DC-6206-B5E1-98EABAAB5973}"/>
          </ac:spMkLst>
        </pc:spChg>
        <pc:spChg chg="mod">
          <ac:chgData name="Yasemin Fanaeian" userId="372b3d42-52af-4c89-807d-949e85825c33" providerId="ADAL" clId="{576A2144-7872-474F-B889-CCC99FF71978}" dt="2025-02-10T19:52:33.663" v="1025" actId="26606"/>
          <ac:spMkLst>
            <pc:docMk/>
            <pc:sldMk cId="2288277564" sldId="267"/>
            <ac:spMk id="3" creationId="{654002E2-A01C-9A9D-C1E0-444337DFA5E5}"/>
          </ac:spMkLst>
        </pc:spChg>
        <pc:spChg chg="mod">
          <ac:chgData name="Yasemin Fanaeian" userId="372b3d42-52af-4c89-807d-949e85825c33" providerId="ADAL" clId="{576A2144-7872-474F-B889-CCC99FF71978}" dt="2025-02-10T19:52:33.663" v="1025" actId="26606"/>
          <ac:spMkLst>
            <pc:docMk/>
            <pc:sldMk cId="2288277564" sldId="267"/>
            <ac:spMk id="4" creationId="{9C702F06-3F23-4C27-7013-9997354D1E69}"/>
          </ac:spMkLst>
        </pc:spChg>
        <pc:spChg chg="add del">
          <ac:chgData name="Yasemin Fanaeian" userId="372b3d42-52af-4c89-807d-949e85825c33" providerId="ADAL" clId="{576A2144-7872-474F-B889-CCC99FF71978}" dt="2025-02-10T19:52:33.663" v="1025" actId="26606"/>
          <ac:spMkLst>
            <pc:docMk/>
            <pc:sldMk cId="2288277564" sldId="267"/>
            <ac:spMk id="11" creationId="{84ECDE7A-6944-466D-8FFE-149A29BA6BAE}"/>
          </ac:spMkLst>
        </pc:spChg>
        <pc:spChg chg="add del">
          <ac:chgData name="Yasemin Fanaeian" userId="372b3d42-52af-4c89-807d-949e85825c33" providerId="ADAL" clId="{576A2144-7872-474F-B889-CCC99FF71978}" dt="2025-02-10T19:52:33.663" v="1025" actId="26606"/>
          <ac:spMkLst>
            <pc:docMk/>
            <pc:sldMk cId="2288277564" sldId="267"/>
            <ac:spMk id="13" creationId="{B3420082-9415-44EC-802E-C77D71D59C57}"/>
          </ac:spMkLst>
        </pc:spChg>
        <pc:spChg chg="add del">
          <ac:chgData name="Yasemin Fanaeian" userId="372b3d42-52af-4c89-807d-949e85825c33" providerId="ADAL" clId="{576A2144-7872-474F-B889-CCC99FF71978}" dt="2025-02-10T19:52:33.663" v="1025" actId="26606"/>
          <ac:spMkLst>
            <pc:docMk/>
            <pc:sldMk cId="2288277564" sldId="267"/>
            <ac:spMk id="15" creationId="{55A52C45-1FCB-4636-A80F-2849B8226C01}"/>
          </ac:spMkLst>
        </pc:spChg>
        <pc:spChg chg="add del">
          <ac:chgData name="Yasemin Fanaeian" userId="372b3d42-52af-4c89-807d-949e85825c33" providerId="ADAL" clId="{576A2144-7872-474F-B889-CCC99FF71978}" dt="2025-02-10T19:52:33.663" v="1025" actId="26606"/>
          <ac:spMkLst>
            <pc:docMk/>
            <pc:sldMk cId="2288277564" sldId="267"/>
            <ac:spMk id="17" creationId="{768EB4DD-3704-43AD-92B3-C4E0C6EA92CB}"/>
          </ac:spMkLst>
        </pc:spChg>
        <pc:picChg chg="add del mod ord">
          <ac:chgData name="Yasemin Fanaeian" userId="372b3d42-52af-4c89-807d-949e85825c33" providerId="ADAL" clId="{576A2144-7872-474F-B889-CCC99FF71978}" dt="2025-02-10T19:52:33.663" v="1025" actId="26606"/>
          <ac:picMkLst>
            <pc:docMk/>
            <pc:sldMk cId="2288277564" sldId="267"/>
            <ac:picMk id="6" creationId="{E3A608CA-E142-6170-2196-ED360FB4D8D2}"/>
          </ac:picMkLst>
        </pc:picChg>
        <pc:picChg chg="add mod">
          <ac:chgData name="Yasemin Fanaeian" userId="372b3d42-52af-4c89-807d-949e85825c33" providerId="ADAL" clId="{576A2144-7872-474F-B889-CCC99FF71978}" dt="2025-02-10T19:47:44.802" v="851"/>
          <ac:picMkLst>
            <pc:docMk/>
            <pc:sldMk cId="2288277564" sldId="267"/>
            <ac:picMk id="7" creationId="{BC25501B-C3A0-BADA-55ED-C084C96A20E7}"/>
          </ac:picMkLst>
        </pc:picChg>
      </pc:sldChg>
      <pc:sldChg chg="addSp delSp modSp new mod setBg">
        <pc:chgData name="Yasemin Fanaeian" userId="372b3d42-52af-4c89-807d-949e85825c33" providerId="ADAL" clId="{576A2144-7872-474F-B889-CCC99FF71978}" dt="2025-02-10T19:47:53.543" v="855" actId="26606"/>
        <pc:sldMkLst>
          <pc:docMk/>
          <pc:sldMk cId="3316173848" sldId="268"/>
        </pc:sldMkLst>
        <pc:spChg chg="mod">
          <ac:chgData name="Yasemin Fanaeian" userId="372b3d42-52af-4c89-807d-949e85825c33" providerId="ADAL" clId="{576A2144-7872-474F-B889-CCC99FF71978}" dt="2025-02-10T19:47:53.543" v="855" actId="26606"/>
          <ac:spMkLst>
            <pc:docMk/>
            <pc:sldMk cId="3316173848" sldId="268"/>
            <ac:spMk id="2" creationId="{F0BA593E-FE8F-86D4-800C-5BEA4AC8B93B}"/>
          </ac:spMkLst>
        </pc:spChg>
        <pc:spChg chg="del mod">
          <ac:chgData name="Yasemin Fanaeian" userId="372b3d42-52af-4c89-807d-949e85825c33" providerId="ADAL" clId="{576A2144-7872-474F-B889-CCC99FF71978}" dt="2025-02-10T03:38:58.679" v="156" actId="478"/>
          <ac:spMkLst>
            <pc:docMk/>
            <pc:sldMk cId="3316173848" sldId="268"/>
            <ac:spMk id="3" creationId="{8F33921E-CF73-4BFF-992C-7B3D4FD52FC6}"/>
          </ac:spMkLst>
        </pc:spChg>
        <pc:spChg chg="mod ord">
          <ac:chgData name="Yasemin Fanaeian" userId="372b3d42-52af-4c89-807d-949e85825c33" providerId="ADAL" clId="{576A2144-7872-474F-B889-CCC99FF71978}" dt="2025-02-10T19:47:53.543" v="855" actId="26606"/>
          <ac:spMkLst>
            <pc:docMk/>
            <pc:sldMk cId="3316173848" sldId="268"/>
            <ac:spMk id="4" creationId="{4AFF86EF-9538-6582-6333-03BD30C2B4B1}"/>
          </ac:spMkLst>
        </pc:spChg>
        <pc:spChg chg="add del mod">
          <ac:chgData name="Yasemin Fanaeian" userId="372b3d42-52af-4c89-807d-949e85825c33" providerId="ADAL" clId="{576A2144-7872-474F-B889-CCC99FF71978}" dt="2025-02-10T03:39:00.955" v="157" actId="478"/>
          <ac:spMkLst>
            <pc:docMk/>
            <pc:sldMk cId="3316173848" sldId="268"/>
            <ac:spMk id="8" creationId="{46C5DB76-FBA7-7714-1A84-B550F88FB34E}"/>
          </ac:spMkLst>
        </pc:spChg>
        <pc:spChg chg="add">
          <ac:chgData name="Yasemin Fanaeian" userId="372b3d42-52af-4c89-807d-949e85825c33" providerId="ADAL" clId="{576A2144-7872-474F-B889-CCC99FF71978}" dt="2025-02-10T19:47:53.543" v="855" actId="26606"/>
          <ac:spMkLst>
            <pc:docMk/>
            <pc:sldMk cId="3316173848" sldId="268"/>
            <ac:spMk id="11" creationId="{68AF5748-FED8-45BA-8631-26D1D10F3246}"/>
          </ac:spMkLst>
        </pc:spChg>
        <pc:spChg chg="add">
          <ac:chgData name="Yasemin Fanaeian" userId="372b3d42-52af-4c89-807d-949e85825c33" providerId="ADAL" clId="{576A2144-7872-474F-B889-CCC99FF71978}" dt="2025-02-10T19:47:53.543" v="855" actId="26606"/>
          <ac:spMkLst>
            <pc:docMk/>
            <pc:sldMk cId="3316173848" sldId="268"/>
            <ac:spMk id="13" creationId="{AF2F604E-43BE-4DC3-B983-E071523364F8}"/>
          </ac:spMkLst>
        </pc:spChg>
        <pc:spChg chg="add">
          <ac:chgData name="Yasemin Fanaeian" userId="372b3d42-52af-4c89-807d-949e85825c33" providerId="ADAL" clId="{576A2144-7872-474F-B889-CCC99FF71978}" dt="2025-02-10T19:47:53.543" v="855" actId="26606"/>
          <ac:spMkLst>
            <pc:docMk/>
            <pc:sldMk cId="3316173848" sldId="268"/>
            <ac:spMk id="15" creationId="{08C9B587-E65E-4B52-B37C-ABEBB6E87928}"/>
          </ac:spMkLst>
        </pc:spChg>
        <pc:picChg chg="add mod">
          <ac:chgData name="Yasemin Fanaeian" userId="372b3d42-52af-4c89-807d-949e85825c33" providerId="ADAL" clId="{576A2144-7872-474F-B889-CCC99FF71978}" dt="2025-02-10T19:47:53.543" v="855" actId="26606"/>
          <ac:picMkLst>
            <pc:docMk/>
            <pc:sldMk cId="3316173848" sldId="268"/>
            <ac:picMk id="6" creationId="{97F4224A-9986-C89E-70BB-1F9F048497DC}"/>
          </ac:picMkLst>
        </pc:picChg>
      </pc:sldChg>
      <pc:sldChg chg="addSp modSp new mod setBg">
        <pc:chgData name="Yasemin Fanaeian" userId="372b3d42-52af-4c89-807d-949e85825c33" providerId="ADAL" clId="{576A2144-7872-474F-B889-CCC99FF71978}" dt="2025-02-10T19:48:06.334" v="856" actId="26606"/>
        <pc:sldMkLst>
          <pc:docMk/>
          <pc:sldMk cId="1686599959" sldId="269"/>
        </pc:sldMkLst>
        <pc:spChg chg="mod">
          <ac:chgData name="Yasemin Fanaeian" userId="372b3d42-52af-4c89-807d-949e85825c33" providerId="ADAL" clId="{576A2144-7872-474F-B889-CCC99FF71978}" dt="2025-02-10T19:48:06.334" v="856" actId="26606"/>
          <ac:spMkLst>
            <pc:docMk/>
            <pc:sldMk cId="1686599959" sldId="269"/>
            <ac:spMk id="2" creationId="{F6CB46D6-B6EB-B04A-371E-ABA8A279995C}"/>
          </ac:spMkLst>
        </pc:spChg>
        <pc:spChg chg="mod">
          <ac:chgData name="Yasemin Fanaeian" userId="372b3d42-52af-4c89-807d-949e85825c33" providerId="ADAL" clId="{576A2144-7872-474F-B889-CCC99FF71978}" dt="2025-02-10T19:48:06.334" v="856" actId="26606"/>
          <ac:spMkLst>
            <pc:docMk/>
            <pc:sldMk cId="1686599959" sldId="269"/>
            <ac:spMk id="3" creationId="{4CF4BD80-8795-B616-36BE-923A4E1DE8A2}"/>
          </ac:spMkLst>
        </pc:spChg>
        <pc:spChg chg="mod">
          <ac:chgData name="Yasemin Fanaeian" userId="372b3d42-52af-4c89-807d-949e85825c33" providerId="ADAL" clId="{576A2144-7872-474F-B889-CCC99FF71978}" dt="2025-02-10T19:48:06.334" v="856" actId="26606"/>
          <ac:spMkLst>
            <pc:docMk/>
            <pc:sldMk cId="1686599959" sldId="269"/>
            <ac:spMk id="4" creationId="{5690E995-C696-1E16-CE4B-F1EBFB45DEEA}"/>
          </ac:spMkLst>
        </pc:spChg>
        <pc:spChg chg="add">
          <ac:chgData name="Yasemin Fanaeian" userId="372b3d42-52af-4c89-807d-949e85825c33" providerId="ADAL" clId="{576A2144-7872-474F-B889-CCC99FF71978}" dt="2025-02-10T19:48:06.334" v="856" actId="26606"/>
          <ac:spMkLst>
            <pc:docMk/>
            <pc:sldMk cId="1686599959" sldId="269"/>
            <ac:spMk id="9" creationId="{DAF1966E-FD40-4A4A-B61B-C4DF7FA05F06}"/>
          </ac:spMkLst>
        </pc:spChg>
        <pc:spChg chg="add">
          <ac:chgData name="Yasemin Fanaeian" userId="372b3d42-52af-4c89-807d-949e85825c33" providerId="ADAL" clId="{576A2144-7872-474F-B889-CCC99FF71978}" dt="2025-02-10T19:48:06.334" v="856" actId="26606"/>
          <ac:spMkLst>
            <pc:docMk/>
            <pc:sldMk cId="1686599959" sldId="269"/>
            <ac:spMk id="11" creationId="{047BFA19-D45E-416B-A404-7AF2F3F27017}"/>
          </ac:spMkLst>
        </pc:spChg>
        <pc:spChg chg="add">
          <ac:chgData name="Yasemin Fanaeian" userId="372b3d42-52af-4c89-807d-949e85825c33" providerId="ADAL" clId="{576A2144-7872-474F-B889-CCC99FF71978}" dt="2025-02-10T19:48:06.334" v="856" actId="26606"/>
          <ac:spMkLst>
            <pc:docMk/>
            <pc:sldMk cId="1686599959" sldId="269"/>
            <ac:spMk id="13" creationId="{8E0105E7-23DB-4CF2-8258-FF47C7620F6E}"/>
          </ac:spMkLst>
        </pc:spChg>
        <pc:spChg chg="add">
          <ac:chgData name="Yasemin Fanaeian" userId="372b3d42-52af-4c89-807d-949e85825c33" providerId="ADAL" clId="{576A2144-7872-474F-B889-CCC99FF71978}" dt="2025-02-10T19:48:06.334" v="856" actId="26606"/>
          <ac:spMkLst>
            <pc:docMk/>
            <pc:sldMk cId="1686599959" sldId="269"/>
            <ac:spMk id="15" creationId="{074B4F7D-14B2-478B-8BF5-01E4E0C5D263}"/>
          </ac:spMkLst>
        </pc:spChg>
      </pc:sldChg>
      <pc:sldChg chg="addSp delSp modSp new mod setBg">
        <pc:chgData name="Yasemin Fanaeian" userId="372b3d42-52af-4c89-807d-949e85825c33" providerId="ADAL" clId="{576A2144-7872-474F-B889-CCC99FF71978}" dt="2025-02-10T19:50:54.400" v="918" actId="1076"/>
        <pc:sldMkLst>
          <pc:docMk/>
          <pc:sldMk cId="713914728" sldId="270"/>
        </pc:sldMkLst>
        <pc:spChg chg="mod">
          <ac:chgData name="Yasemin Fanaeian" userId="372b3d42-52af-4c89-807d-949e85825c33" providerId="ADAL" clId="{576A2144-7872-474F-B889-CCC99FF71978}" dt="2025-02-10T19:48:39.951" v="861" actId="26606"/>
          <ac:spMkLst>
            <pc:docMk/>
            <pc:sldMk cId="713914728" sldId="270"/>
            <ac:spMk id="2" creationId="{0FB0F471-7F1F-E3D0-3BDF-DD44EA027ED5}"/>
          </ac:spMkLst>
        </pc:spChg>
        <pc:spChg chg="add del mod">
          <ac:chgData name="Yasemin Fanaeian" userId="372b3d42-52af-4c89-807d-949e85825c33" providerId="ADAL" clId="{576A2144-7872-474F-B889-CCC99FF71978}" dt="2025-02-10T19:50:54.400" v="918" actId="1076"/>
          <ac:spMkLst>
            <pc:docMk/>
            <pc:sldMk cId="713914728" sldId="270"/>
            <ac:spMk id="3" creationId="{ED406448-65BB-45FF-BF80-100554C24B89}"/>
          </ac:spMkLst>
        </pc:spChg>
        <pc:spChg chg="mod">
          <ac:chgData name="Yasemin Fanaeian" userId="372b3d42-52af-4c89-807d-949e85825c33" providerId="ADAL" clId="{576A2144-7872-474F-B889-CCC99FF71978}" dt="2025-02-10T19:48:39.951" v="861" actId="26606"/>
          <ac:spMkLst>
            <pc:docMk/>
            <pc:sldMk cId="713914728" sldId="270"/>
            <ac:spMk id="4" creationId="{683E1022-D94D-6AD2-F3D8-2786E3C58478}"/>
          </ac:spMkLst>
        </pc:spChg>
        <pc:spChg chg="add del">
          <ac:chgData name="Yasemin Fanaeian" userId="372b3d42-52af-4c89-807d-949e85825c33" providerId="ADAL" clId="{576A2144-7872-474F-B889-CCC99FF71978}" dt="2025-02-10T19:48:39.951" v="861" actId="26606"/>
          <ac:spMkLst>
            <pc:docMk/>
            <pc:sldMk cId="713914728" sldId="270"/>
            <ac:spMk id="9" creationId="{DAF1966E-FD40-4A4A-B61B-C4DF7FA05F06}"/>
          </ac:spMkLst>
        </pc:spChg>
        <pc:spChg chg="add del">
          <ac:chgData name="Yasemin Fanaeian" userId="372b3d42-52af-4c89-807d-949e85825c33" providerId="ADAL" clId="{576A2144-7872-474F-B889-CCC99FF71978}" dt="2025-02-10T19:48:39.951" v="861" actId="26606"/>
          <ac:spMkLst>
            <pc:docMk/>
            <pc:sldMk cId="713914728" sldId="270"/>
            <ac:spMk id="11" creationId="{047BFA19-D45E-416B-A404-7AF2F3F27017}"/>
          </ac:spMkLst>
        </pc:spChg>
        <pc:spChg chg="add del">
          <ac:chgData name="Yasemin Fanaeian" userId="372b3d42-52af-4c89-807d-949e85825c33" providerId="ADAL" clId="{576A2144-7872-474F-B889-CCC99FF71978}" dt="2025-02-10T19:48:39.951" v="861" actId="26606"/>
          <ac:spMkLst>
            <pc:docMk/>
            <pc:sldMk cId="713914728" sldId="270"/>
            <ac:spMk id="13" creationId="{8E0105E7-23DB-4CF2-8258-FF47C7620F6E}"/>
          </ac:spMkLst>
        </pc:spChg>
        <pc:spChg chg="add del">
          <ac:chgData name="Yasemin Fanaeian" userId="372b3d42-52af-4c89-807d-949e85825c33" providerId="ADAL" clId="{576A2144-7872-474F-B889-CCC99FF71978}" dt="2025-02-10T19:48:39.951" v="861" actId="26606"/>
          <ac:spMkLst>
            <pc:docMk/>
            <pc:sldMk cId="713914728" sldId="270"/>
            <ac:spMk id="15" creationId="{074B4F7D-14B2-478B-8BF5-01E4E0C5D263}"/>
          </ac:spMkLst>
        </pc:spChg>
        <pc:spChg chg="add del">
          <ac:chgData name="Yasemin Fanaeian" userId="372b3d42-52af-4c89-807d-949e85825c33" providerId="ADAL" clId="{576A2144-7872-474F-B889-CCC99FF71978}" dt="2025-02-10T19:48:39.951" v="861" actId="26606"/>
          <ac:spMkLst>
            <pc:docMk/>
            <pc:sldMk cId="713914728" sldId="270"/>
            <ac:spMk id="22" creationId="{B50AB553-2A96-4A92-96F2-93548E096954}"/>
          </ac:spMkLst>
        </pc:spChg>
        <pc:graphicFrameChg chg="add del">
          <ac:chgData name="Yasemin Fanaeian" userId="372b3d42-52af-4c89-807d-949e85825c33" providerId="ADAL" clId="{576A2144-7872-474F-B889-CCC99FF71978}" dt="2025-02-10T19:48:39.951" v="861" actId="26606"/>
          <ac:graphicFrameMkLst>
            <pc:docMk/>
            <pc:sldMk cId="713914728" sldId="270"/>
            <ac:graphicFrameMk id="17" creationId="{2A46D251-2121-C189-0582-8FBA5FEC5F72}"/>
          </ac:graphicFrameMkLst>
        </pc:graphicFrameChg>
        <pc:picChg chg="add del">
          <ac:chgData name="Yasemin Fanaeian" userId="372b3d42-52af-4c89-807d-949e85825c33" providerId="ADAL" clId="{576A2144-7872-474F-B889-CCC99FF71978}" dt="2025-02-10T19:48:39.951" v="861" actId="26606"/>
          <ac:picMkLst>
            <pc:docMk/>
            <pc:sldMk cId="713914728" sldId="270"/>
            <ac:picMk id="18" creationId="{CABB04B5-041D-FDAB-77D4-AFBDAA1892EF}"/>
          </ac:picMkLst>
        </pc:picChg>
      </pc:sldChg>
      <pc:sldChg chg="addSp delSp modSp new del mod setBg">
        <pc:chgData name="Yasemin Fanaeian" userId="372b3d42-52af-4c89-807d-949e85825c33" providerId="ADAL" clId="{576A2144-7872-474F-B889-CCC99FF71978}" dt="2025-02-10T19:16:01.876" v="453" actId="47"/>
        <pc:sldMkLst>
          <pc:docMk/>
          <pc:sldMk cId="1717305245" sldId="271"/>
        </pc:sldMkLst>
        <pc:spChg chg="mod">
          <ac:chgData name="Yasemin Fanaeian" userId="372b3d42-52af-4c89-807d-949e85825c33" providerId="ADAL" clId="{576A2144-7872-474F-B889-CCC99FF71978}" dt="2025-02-10T19:02:01.210" v="376" actId="26606"/>
          <ac:spMkLst>
            <pc:docMk/>
            <pc:sldMk cId="1717305245" sldId="271"/>
            <ac:spMk id="2" creationId="{C64E921D-4E68-2560-A458-3EAC8D142306}"/>
          </ac:spMkLst>
        </pc:spChg>
        <pc:spChg chg="add del mod">
          <ac:chgData name="Yasemin Fanaeian" userId="372b3d42-52af-4c89-807d-949e85825c33" providerId="ADAL" clId="{576A2144-7872-474F-B889-CCC99FF71978}" dt="2025-02-10T19:15:47.572" v="451" actId="20577"/>
          <ac:spMkLst>
            <pc:docMk/>
            <pc:sldMk cId="1717305245" sldId="271"/>
            <ac:spMk id="3" creationId="{E411944A-93D1-553E-C184-CEE4B51EBC46}"/>
          </ac:spMkLst>
        </pc:spChg>
        <pc:spChg chg="mod">
          <ac:chgData name="Yasemin Fanaeian" userId="372b3d42-52af-4c89-807d-949e85825c33" providerId="ADAL" clId="{576A2144-7872-474F-B889-CCC99FF71978}" dt="2025-02-10T19:02:01.210" v="376" actId="26606"/>
          <ac:spMkLst>
            <pc:docMk/>
            <pc:sldMk cId="1717305245" sldId="271"/>
            <ac:spMk id="4" creationId="{FB048826-D0F7-BA53-0A2E-E89DADB4E32F}"/>
          </ac:spMkLst>
        </pc:spChg>
        <pc:spChg chg="add mod">
          <ac:chgData name="Yasemin Fanaeian" userId="372b3d42-52af-4c89-807d-949e85825c33" providerId="ADAL" clId="{576A2144-7872-474F-B889-CCC99FF71978}" dt="2025-02-10T19:02:13.786" v="378"/>
          <ac:spMkLst>
            <pc:docMk/>
            <pc:sldMk cId="1717305245" sldId="271"/>
            <ac:spMk id="5" creationId="{AC85E298-CE3A-CD28-EDEE-4E1CADEA7D58}"/>
          </ac:spMkLst>
        </pc:spChg>
        <pc:spChg chg="add del mod">
          <ac:chgData name="Yasemin Fanaeian" userId="372b3d42-52af-4c89-807d-949e85825c33" providerId="ADAL" clId="{576A2144-7872-474F-B889-CCC99FF71978}" dt="2025-02-10T19:02:22.818" v="386" actId="478"/>
          <ac:spMkLst>
            <pc:docMk/>
            <pc:sldMk cId="1717305245" sldId="271"/>
            <ac:spMk id="6" creationId="{1A37E5EC-CE66-25A9-D30E-5F45BBA59F71}"/>
          </ac:spMkLst>
        </pc:spChg>
        <pc:spChg chg="add del mod">
          <ac:chgData name="Yasemin Fanaeian" userId="372b3d42-52af-4c89-807d-949e85825c33" providerId="ADAL" clId="{576A2144-7872-474F-B889-CCC99FF71978}" dt="2025-02-10T19:15:50.130" v="452" actId="478"/>
          <ac:spMkLst>
            <pc:docMk/>
            <pc:sldMk cId="1717305245" sldId="271"/>
            <ac:spMk id="7" creationId="{137B6FEB-FBBE-F169-7E62-35C480D3605A}"/>
          </ac:spMkLst>
        </pc:spChg>
        <pc:spChg chg="add del mod">
          <ac:chgData name="Yasemin Fanaeian" userId="372b3d42-52af-4c89-807d-949e85825c33" providerId="ADAL" clId="{576A2144-7872-474F-B889-CCC99FF71978}" dt="2025-02-10T19:15:42.551" v="450" actId="478"/>
          <ac:spMkLst>
            <pc:docMk/>
            <pc:sldMk cId="1717305245" sldId="271"/>
            <ac:spMk id="8" creationId="{6AD6312A-5CBF-26A8-546E-3DCD30EA158B}"/>
          </ac:spMkLst>
        </pc:spChg>
        <pc:spChg chg="add">
          <ac:chgData name="Yasemin Fanaeian" userId="372b3d42-52af-4c89-807d-949e85825c33" providerId="ADAL" clId="{576A2144-7872-474F-B889-CCC99FF71978}" dt="2025-02-10T19:02:01.210" v="376" actId="26606"/>
          <ac:spMkLst>
            <pc:docMk/>
            <pc:sldMk cId="1717305245" sldId="271"/>
            <ac:spMk id="9" creationId="{DAF1966E-FD40-4A4A-B61B-C4DF7FA05F06}"/>
          </ac:spMkLst>
        </pc:spChg>
        <pc:spChg chg="add">
          <ac:chgData name="Yasemin Fanaeian" userId="372b3d42-52af-4c89-807d-949e85825c33" providerId="ADAL" clId="{576A2144-7872-474F-B889-CCC99FF71978}" dt="2025-02-10T19:02:01.210" v="376" actId="26606"/>
          <ac:spMkLst>
            <pc:docMk/>
            <pc:sldMk cId="1717305245" sldId="271"/>
            <ac:spMk id="11" creationId="{047BFA19-D45E-416B-A404-7AF2F3F27017}"/>
          </ac:spMkLst>
        </pc:spChg>
        <pc:spChg chg="add">
          <ac:chgData name="Yasemin Fanaeian" userId="372b3d42-52af-4c89-807d-949e85825c33" providerId="ADAL" clId="{576A2144-7872-474F-B889-CCC99FF71978}" dt="2025-02-10T19:02:01.210" v="376" actId="26606"/>
          <ac:spMkLst>
            <pc:docMk/>
            <pc:sldMk cId="1717305245" sldId="271"/>
            <ac:spMk id="13" creationId="{8E0105E7-23DB-4CF2-8258-FF47C7620F6E}"/>
          </ac:spMkLst>
        </pc:spChg>
        <pc:spChg chg="add">
          <ac:chgData name="Yasemin Fanaeian" userId="372b3d42-52af-4c89-807d-949e85825c33" providerId="ADAL" clId="{576A2144-7872-474F-B889-CCC99FF71978}" dt="2025-02-10T19:02:01.210" v="376" actId="26606"/>
          <ac:spMkLst>
            <pc:docMk/>
            <pc:sldMk cId="1717305245" sldId="271"/>
            <ac:spMk id="15" creationId="{074B4F7D-14B2-478B-8BF5-01E4E0C5D263}"/>
          </ac:spMkLst>
        </pc:spChg>
      </pc:sldChg>
      <pc:sldChg chg="modSp new del mod">
        <pc:chgData name="Yasemin Fanaeian" userId="372b3d42-52af-4c89-807d-949e85825c33" providerId="ADAL" clId="{576A2144-7872-474F-B889-CCC99FF71978}" dt="2025-02-10T18:20:48.412" v="356" actId="2696"/>
        <pc:sldMkLst>
          <pc:docMk/>
          <pc:sldMk cId="1765780376" sldId="271"/>
        </pc:sldMkLst>
        <pc:spChg chg="mod">
          <ac:chgData name="Yasemin Fanaeian" userId="372b3d42-52af-4c89-807d-949e85825c33" providerId="ADAL" clId="{576A2144-7872-474F-B889-CCC99FF71978}" dt="2025-02-10T04:17:04.032" v="300" actId="255"/>
          <ac:spMkLst>
            <pc:docMk/>
            <pc:sldMk cId="1765780376" sldId="271"/>
            <ac:spMk id="2" creationId="{8BC3C09A-B6F2-D073-C6F1-76C89F37B747}"/>
          </ac:spMkLst>
        </pc:spChg>
        <pc:spChg chg="mod">
          <ac:chgData name="Yasemin Fanaeian" userId="372b3d42-52af-4c89-807d-949e85825c33" providerId="ADAL" clId="{576A2144-7872-474F-B889-CCC99FF71978}" dt="2025-02-10T04:55:32.138" v="326" actId="2711"/>
          <ac:spMkLst>
            <pc:docMk/>
            <pc:sldMk cId="1765780376" sldId="271"/>
            <ac:spMk id="3" creationId="{23F3E300-C4D5-E3DA-6802-02D76504CA20}"/>
          </ac:spMkLst>
        </pc:spChg>
      </pc:sldChg>
      <pc:sldChg chg="addSp modSp new del mod">
        <pc:chgData name="Yasemin Fanaeian" userId="372b3d42-52af-4c89-807d-949e85825c33" providerId="ADAL" clId="{576A2144-7872-474F-B889-CCC99FF71978}" dt="2025-02-10T18:20:48.412" v="356" actId="2696"/>
        <pc:sldMkLst>
          <pc:docMk/>
          <pc:sldMk cId="2654636799" sldId="272"/>
        </pc:sldMkLst>
        <pc:spChg chg="mod">
          <ac:chgData name="Yasemin Fanaeian" userId="372b3d42-52af-4c89-807d-949e85825c33" providerId="ADAL" clId="{576A2144-7872-474F-B889-CCC99FF71978}" dt="2025-02-10T04:52:14.493" v="302" actId="2711"/>
          <ac:spMkLst>
            <pc:docMk/>
            <pc:sldMk cId="2654636799" sldId="272"/>
            <ac:spMk id="2" creationId="{2484BD9D-A8A0-4DDA-9B70-A7193D0B021A}"/>
          </ac:spMkLst>
        </pc:spChg>
        <pc:spChg chg="mod">
          <ac:chgData name="Yasemin Fanaeian" userId="372b3d42-52af-4c89-807d-949e85825c33" providerId="ADAL" clId="{576A2144-7872-474F-B889-CCC99FF71978}" dt="2025-02-10T04:55:54.729" v="328" actId="2711"/>
          <ac:spMkLst>
            <pc:docMk/>
            <pc:sldMk cId="2654636799" sldId="272"/>
            <ac:spMk id="3" creationId="{D8ED0B5D-9335-7E48-0E39-AE9147D72DD6}"/>
          </ac:spMkLst>
        </pc:spChg>
        <pc:picChg chg="add mod">
          <ac:chgData name="Yasemin Fanaeian" userId="372b3d42-52af-4c89-807d-949e85825c33" providerId="ADAL" clId="{576A2144-7872-474F-B889-CCC99FF71978}" dt="2025-02-10T04:52:42.337" v="310" actId="1076"/>
          <ac:picMkLst>
            <pc:docMk/>
            <pc:sldMk cId="2654636799" sldId="272"/>
            <ac:picMk id="6" creationId="{8C0BF8B0-02CC-44C4-EC19-665E28BADD90}"/>
          </ac:picMkLst>
        </pc:picChg>
        <pc:picChg chg="add mod">
          <ac:chgData name="Yasemin Fanaeian" userId="372b3d42-52af-4c89-807d-949e85825c33" providerId="ADAL" clId="{576A2144-7872-474F-B889-CCC99FF71978}" dt="2025-02-10T04:52:45.639" v="311" actId="1076"/>
          <ac:picMkLst>
            <pc:docMk/>
            <pc:sldMk cId="2654636799" sldId="272"/>
            <ac:picMk id="8" creationId="{56FF5C91-B2FE-73C0-4A51-F3129B0FBC9C}"/>
          </ac:picMkLst>
        </pc:picChg>
      </pc:sldChg>
      <pc:sldChg chg="addSp modSp new del mod">
        <pc:chgData name="Yasemin Fanaeian" userId="372b3d42-52af-4c89-807d-949e85825c33" providerId="ADAL" clId="{576A2144-7872-474F-B889-CCC99FF71978}" dt="2025-02-10T18:20:48.412" v="356" actId="2696"/>
        <pc:sldMkLst>
          <pc:docMk/>
          <pc:sldMk cId="1429204529" sldId="273"/>
        </pc:sldMkLst>
        <pc:spChg chg="mod">
          <ac:chgData name="Yasemin Fanaeian" userId="372b3d42-52af-4c89-807d-949e85825c33" providerId="ADAL" clId="{576A2144-7872-474F-B889-CCC99FF71978}" dt="2025-02-10T03:35:48.560" v="127" actId="20577"/>
          <ac:spMkLst>
            <pc:docMk/>
            <pc:sldMk cId="1429204529" sldId="273"/>
            <ac:spMk id="2" creationId="{80D248EA-AD03-B9A8-1E19-91654A0CBBBC}"/>
          </ac:spMkLst>
        </pc:spChg>
        <pc:spChg chg="mod">
          <ac:chgData name="Yasemin Fanaeian" userId="372b3d42-52af-4c89-807d-949e85825c33" providerId="ADAL" clId="{576A2144-7872-474F-B889-CCC99FF71978}" dt="2025-02-10T04:56:07.718" v="329" actId="2711"/>
          <ac:spMkLst>
            <pc:docMk/>
            <pc:sldMk cId="1429204529" sldId="273"/>
            <ac:spMk id="3" creationId="{12D17CEE-51CD-EAF3-057B-BE7E7EBC0046}"/>
          </ac:spMkLst>
        </pc:spChg>
        <pc:picChg chg="add mod">
          <ac:chgData name="Yasemin Fanaeian" userId="372b3d42-52af-4c89-807d-949e85825c33" providerId="ADAL" clId="{576A2144-7872-474F-B889-CCC99FF71978}" dt="2025-02-10T04:53:27.236" v="321" actId="1076"/>
          <ac:picMkLst>
            <pc:docMk/>
            <pc:sldMk cId="1429204529" sldId="273"/>
            <ac:picMk id="6" creationId="{DB50D689-BE88-3160-839D-F23568C09E42}"/>
          </ac:picMkLst>
        </pc:picChg>
        <pc:picChg chg="add mod">
          <ac:chgData name="Yasemin Fanaeian" userId="372b3d42-52af-4c89-807d-949e85825c33" providerId="ADAL" clId="{576A2144-7872-474F-B889-CCC99FF71978}" dt="2025-02-10T04:53:19.177" v="318" actId="1076"/>
          <ac:picMkLst>
            <pc:docMk/>
            <pc:sldMk cId="1429204529" sldId="273"/>
            <ac:picMk id="8" creationId="{11FFE532-EDF9-8A0B-2CDE-46761F6BF2D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9F9A5-16B2-4A82-ACA3-C1EDA67C414C}" type="datetimeFigureOut">
              <a:rPr lang="en-CA" smtClean="0"/>
              <a:t>2025-02-10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2E88C-7C62-490D-AF15-737B861B151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6292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2E88C-7C62-490D-AF15-737B861B1515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642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7897C-BBC1-04FE-B4D4-CF1BA1ACC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6B4DF3-0AD6-162C-F3B0-3759C2B7E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A47BD-F286-FD5A-532A-DA959557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E8B7B-2B90-4565-BAA8-07B3B6EBBFAB}" type="datetime1">
              <a:rPr lang="en-CA" smtClean="0"/>
              <a:t>2025-02-10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95D82-DF29-D7DB-CAD4-93A2B76B6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16984-FB61-1F7A-0CED-E10EF2BDF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102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E5B0-7CE7-7310-BD84-CA4626F75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3BA2F-BF7F-F1B1-07A8-514F46337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2B341-9C3A-104B-F146-B53EBC1C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78BFA-EDA7-4B69-9C0B-E6CADFC9E7FD}" type="datetime1">
              <a:rPr lang="en-CA" smtClean="0"/>
              <a:t>2025-02-10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DCC3B-B86C-FCE7-02FD-64DE8586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22679-3A58-BA44-DB59-126A6B53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998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E694A-BD46-6B9F-319F-00198F7FD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F1E50-C708-B20A-F6B1-980EAF445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3A524-BA73-62EB-9BD1-93332E817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1E486-6F50-4531-9794-DDCD07714B90}" type="datetime1">
              <a:rPr lang="en-CA" smtClean="0"/>
              <a:t>2025-02-10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A8AE8-69B2-0C58-DA41-5566BC36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B6379-767B-4908-63A0-16618D392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685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A1EBC-AD48-9574-4124-9BD83233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BCA97-3EAA-5FA3-5745-736D5E32D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AA067-D660-AAAE-EADF-63DDE6C7F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A570C-C637-5A1F-D1D7-D8B201DD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0B3FF-BBDC-436A-AE6D-D544797B8859}" type="datetime1">
              <a:rPr lang="en-CA" smtClean="0"/>
              <a:t>2025-02-10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F9F85-0BB7-1F4E-2C4C-5A9B75D2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D6C08-D30C-F8EC-0F18-85A62EBC6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817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10D88-E232-B00F-2AEB-22551BDB7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55502-6B79-DFAD-4B82-FE4BF5FAB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84CA9-2030-A2D6-8166-270EBBEC9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9A850B-D0CA-B963-F877-AAA38023E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99989-38FB-2830-C3F7-22030ED1E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EADC79-5726-DAA0-2422-AC3AE5DD8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474B-8C47-4A11-B2D1-7AD27B340B19}" type="datetime1">
              <a:rPr lang="en-CA" smtClean="0"/>
              <a:t>2025-02-10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414B7-6EAB-5968-BBC7-65DBA6F46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4E4BD-77E7-8FB4-AAB5-664C551DA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696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BB7DD-F808-5FDD-3E8D-93711635A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AAE1C-9D64-358B-7F0B-B425BA5EC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B97C2-E459-4186-B628-3AE31EB74EF8}" type="datetime1">
              <a:rPr lang="en-CA" smtClean="0"/>
              <a:t>2025-02-10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1EE538-1C20-FA16-ADD8-D9DC3AF5C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68AA9B-9FCF-1B88-7BB5-9DADA758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9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737CB1-A555-E45C-A80B-901C194BD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DCCE-31F9-4F1B-A1E5-3BE6C38FD8C8}" type="datetime1">
              <a:rPr lang="en-CA" smtClean="0"/>
              <a:t>2025-02-10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85796C-017A-D3C9-2F24-E8CBBDDC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D25B3-F99E-5115-3709-BA414D38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838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BB2F1-584E-07C6-41E0-BFAA3F5E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132B7-1194-90C1-A8C1-7E0FAACEA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C96C1C-F906-7CA3-00D5-F7E01A1B4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7D06F-0962-43C6-5738-566FE5E6B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DEC65-8D54-45AA-AEEB-08F950AE76E5}" type="datetime1">
              <a:rPr lang="en-CA" smtClean="0"/>
              <a:t>2025-02-10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1EDAF-A134-305D-198F-D51B5B03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950A8-17B5-E1FD-AAA1-CF155CF11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6409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3B39F-092E-A1C8-80D1-A31A404D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7048AC-E63D-7055-6C68-8A15E1C87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A9A4F-0149-1BF2-BED8-63712ABCC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707FC-5606-EBAC-E74F-40BBF483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06625-9203-46B8-8685-3EC95626F3AA}" type="datetime1">
              <a:rPr lang="en-CA" smtClean="0"/>
              <a:t>2025-02-10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0033F-7B3F-06BC-BE71-1A431A5B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AAF31-58CA-6DB3-B041-31AA89F9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4915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DC7E-3552-5932-20FF-4785A1E6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546B41-1899-12D7-EB0B-EB7E69743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F76B8-493F-EACC-1E1C-39CB4AA0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93326-392F-46FA-B76A-7A70EE318EA7}" type="datetime1">
              <a:rPr lang="en-CA" smtClean="0"/>
              <a:t>2025-02-10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1500F-A619-39A8-0C93-D89A178D1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93CA7-F5A2-7413-FD1B-531F4844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759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9545C6-9EB9-01DF-8DEF-A4532A476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60E05-A39C-51D9-CD42-ADE3CE6C9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993D0-54C7-767C-A67C-EAA609988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1E199-74EA-4BEC-9BB8-3446E97C5073}" type="datetime1">
              <a:rPr lang="en-CA" smtClean="0"/>
              <a:t>2025-02-10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DD568-BFA6-3CFC-6741-FFBEE8B61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68BAD-BD52-CB1F-C0F7-E32EA3303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145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225BF0-A75C-CA2F-F344-5E7EE4E1A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A5F73-A47C-E5EC-2CFE-258C25B2A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1F45E-62A7-7590-F543-0D2F601CA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21077-9BD3-48EF-8AAC-826DB2C9D016}" type="datetime1">
              <a:rPr lang="en-CA" smtClean="0"/>
              <a:t>2025-02-10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FFF1B-C321-8B75-2725-8F1C01282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C47DB-16D0-40BB-DA25-662B53641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946B4-B59A-45EC-B3A4-841C123CCCA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2930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60D65-E57E-3241-AFEB-4E9443413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CA" sz="6100"/>
              <a:t>SEP420- Web Programming and Scripting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9EB28-F5CE-7B9D-4540-2CC29D98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CA" sz="2800"/>
              <a:t>Week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519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B8F7D0-83A6-F85E-C8E3-5DF2AE9B7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CA" sz="4000"/>
              <a:t>Learning Outcomes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F67B8-B5F9-D5C5-427D-B798375EF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CA" sz="2200" dirty="0"/>
              <a:t>CSS relationship selectors</a:t>
            </a:r>
          </a:p>
          <a:p>
            <a:r>
              <a:rPr lang="en-CA" sz="2200" dirty="0"/>
              <a:t>Child selectors</a:t>
            </a:r>
          </a:p>
          <a:p>
            <a:r>
              <a:rPr lang="en-CA" sz="2200" dirty="0"/>
              <a:t>Descendant selectors</a:t>
            </a:r>
          </a:p>
          <a:p>
            <a:r>
              <a:rPr lang="en-CA" sz="2200" dirty="0"/>
              <a:t>Conflicting Rules</a:t>
            </a:r>
          </a:p>
          <a:p>
            <a:r>
              <a:rPr lang="en-CA" sz="2200" dirty="0"/>
              <a:t>Additive Rules</a:t>
            </a:r>
          </a:p>
          <a:p>
            <a:endParaRPr lang="en-CA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B5356-DB9A-89D7-9012-D321DFFF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CA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177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FC0A2-D290-308A-5525-49F9CCCA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rtl="0"/>
            <a:r>
              <a:rPr lang="en-CA" sz="4000" i="0" u="none" strike="noStrike" dirty="0">
                <a:effectLst/>
              </a:rPr>
              <a:t>CSS Relationship Selectors</a:t>
            </a:r>
            <a:endParaRPr lang="en-CA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37294-8E0E-2C89-0502-0B498C204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rtl="0"/>
            <a:r>
              <a:rPr lang="en-US" sz="2000" b="0" i="0" u="none" strike="noStrike" dirty="0">
                <a:effectLst/>
              </a:rPr>
              <a:t>Currently, we know of 3 different methods for selecting elements:</a:t>
            </a:r>
            <a:endParaRPr lang="en-US" sz="2000" b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Tag </a:t>
            </a:r>
          </a:p>
          <a:p>
            <a:pPr marL="457200" rtl="0"/>
            <a:r>
              <a:rPr lang="en-US" sz="2000" b="0" i="0" u="none" strike="noStrike" dirty="0">
                <a:effectLst/>
              </a:rPr>
              <a:t>→ style to apply to all of the tags of that type</a:t>
            </a:r>
            <a:endParaRPr lang="en-US" sz="2000" b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Class</a:t>
            </a:r>
          </a:p>
          <a:p>
            <a:pPr marL="457200" rtl="0"/>
            <a:r>
              <a:rPr lang="en-US" sz="2000" b="0" i="0" u="none" strike="noStrike" dirty="0">
                <a:effectLst/>
              </a:rPr>
              <a:t>→ reusing the style across different tags</a:t>
            </a:r>
            <a:endParaRPr lang="en-US" sz="2000" b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Id </a:t>
            </a:r>
          </a:p>
          <a:p>
            <a:pPr marL="457200" rtl="0"/>
            <a:r>
              <a:rPr lang="en-US" sz="2000" b="0" i="0" u="none" strike="noStrike" dirty="0">
                <a:effectLst/>
              </a:rPr>
              <a:t>→ only use the style once</a:t>
            </a:r>
            <a:endParaRPr lang="en-US" sz="2000" b="0" dirty="0">
              <a:effectLst/>
            </a:endParaRPr>
          </a:p>
          <a:p>
            <a:pPr marL="0" indent="0">
              <a:buNone/>
            </a:pPr>
            <a:br>
              <a:rPr lang="en-US" sz="2000" dirty="0"/>
            </a:br>
            <a:endParaRPr lang="en-CA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9847-E82F-F8F5-BB3E-6B3D0AEE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CA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582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7C1E8-4D53-47E2-C458-BF688419F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CA" sz="4000" i="0" u="none" strike="noStrike">
                <a:effectLst/>
              </a:rPr>
              <a:t>CSS Relationship Selectors</a:t>
            </a:r>
            <a:endParaRPr lang="en-CA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5BE0D-DE69-48BA-29EF-28E36BD3A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098966"/>
            <a:ext cx="10168128" cy="4597573"/>
          </a:xfrm>
        </p:spPr>
        <p:txBody>
          <a:bodyPr>
            <a:noAutofit/>
          </a:bodyPr>
          <a:lstStyle/>
          <a:p>
            <a:pPr rtl="0"/>
            <a:r>
              <a:rPr lang="en-US" sz="1500" b="0" i="0" u="none" strike="noStrike" dirty="0">
                <a:effectLst/>
              </a:rPr>
              <a:t>CSS relationship selectors enable you to </a:t>
            </a:r>
            <a:r>
              <a:rPr lang="en-US" sz="1500" b="0" i="1" u="none" strike="noStrike" dirty="0">
                <a:effectLst/>
              </a:rPr>
              <a:t>select elements</a:t>
            </a:r>
            <a:r>
              <a:rPr lang="en-US" sz="1500" b="0" i="0" u="none" strike="noStrike" dirty="0">
                <a:effectLst/>
              </a:rPr>
              <a:t> based on their relationship with another element on the screen.</a:t>
            </a:r>
            <a:endParaRPr lang="en-US" sz="1500" b="0" dirty="0">
              <a:effectLst/>
            </a:endParaRPr>
          </a:p>
          <a:p>
            <a:pPr lvl="1" fontAlgn="base"/>
            <a:r>
              <a:rPr lang="en-US" sz="1500" b="0" i="0" u="none" strike="noStrike" dirty="0">
                <a:effectLst/>
              </a:rPr>
              <a:t>Parent</a:t>
            </a:r>
          </a:p>
          <a:p>
            <a:pPr lvl="1" fontAlgn="base"/>
            <a:r>
              <a:rPr lang="en-US" sz="1500" b="0" i="0" u="none" strike="noStrike" dirty="0">
                <a:effectLst/>
              </a:rPr>
              <a:t>Child</a:t>
            </a:r>
          </a:p>
          <a:p>
            <a:pPr lvl="1" fontAlgn="base"/>
            <a:r>
              <a:rPr lang="en-US" sz="1500" b="0" i="0" u="none" strike="noStrike" dirty="0">
                <a:effectLst/>
              </a:rPr>
              <a:t>Sibling</a:t>
            </a:r>
          </a:p>
          <a:p>
            <a:pPr lvl="1" fontAlgn="base"/>
            <a:r>
              <a:rPr lang="en-US" sz="1500" b="0" i="0" u="none" strike="noStrike" dirty="0">
                <a:effectLst/>
              </a:rPr>
              <a:t>Ancestor (grand parent, great-grandparent, great-great-grandparent, </a:t>
            </a:r>
            <a:r>
              <a:rPr lang="en-US" sz="1500" b="0" i="0" u="none" strike="noStrike" dirty="0" err="1">
                <a:effectLst/>
              </a:rPr>
              <a:t>etc</a:t>
            </a:r>
            <a:r>
              <a:rPr lang="en-US" sz="1500" b="0" i="0" u="none" strike="noStrike" dirty="0">
                <a:effectLst/>
              </a:rPr>
              <a:t>)</a:t>
            </a:r>
          </a:p>
          <a:p>
            <a:pPr lvl="1" fontAlgn="base"/>
            <a:r>
              <a:rPr lang="en-US" sz="1500" b="0" i="0" u="none" strike="noStrike" dirty="0">
                <a:effectLst/>
              </a:rPr>
              <a:t>Descendant (grandchild, great-grandchild, great-great-grandchild, </a:t>
            </a:r>
            <a:r>
              <a:rPr lang="en-US" sz="1500" b="0" i="0" u="none" strike="noStrike" dirty="0" err="1">
                <a:effectLst/>
              </a:rPr>
              <a:t>etc</a:t>
            </a:r>
            <a:r>
              <a:rPr lang="en-US" sz="1500" b="0" i="0" u="none" strike="noStrike" dirty="0">
                <a:effectLst/>
              </a:rPr>
              <a:t>)</a:t>
            </a:r>
          </a:p>
          <a:p>
            <a:pPr marL="0" indent="0" rtl="0" fontAlgn="base">
              <a:buNone/>
            </a:pPr>
            <a:endParaRPr lang="en-US" sz="1500" b="0" i="0" u="none" strike="noStrike" dirty="0">
              <a:effectLst/>
            </a:endParaRPr>
          </a:p>
          <a:p>
            <a:pPr rtl="0"/>
            <a:r>
              <a:rPr lang="en-US" sz="1500" b="0" i="0" u="none" strike="noStrike" dirty="0">
                <a:effectLst/>
              </a:rPr>
              <a:t>There are 4 relationship selectors:</a:t>
            </a:r>
            <a:endParaRPr lang="en-US" sz="1500" b="0" dirty="0">
              <a:effectLst/>
            </a:endParaRPr>
          </a:p>
          <a:p>
            <a:pPr rtl="0" fontAlgn="base">
              <a:buFont typeface="+mj-lt"/>
              <a:buAutoNum type="arabicPeriod"/>
            </a:pPr>
            <a:r>
              <a:rPr lang="en-US" sz="1500" b="0" i="0" u="none" strike="noStrike" dirty="0">
                <a:effectLst/>
              </a:rPr>
              <a:t>Child selector</a:t>
            </a:r>
          </a:p>
          <a:p>
            <a:pPr rtl="0" fontAlgn="base">
              <a:buFont typeface="+mj-lt"/>
              <a:buAutoNum type="arabicPeriod"/>
            </a:pPr>
            <a:r>
              <a:rPr lang="en-US" sz="1500" b="0" i="0" u="none" strike="noStrike" dirty="0">
                <a:effectLst/>
              </a:rPr>
              <a:t>Descendant selector</a:t>
            </a:r>
          </a:p>
          <a:p>
            <a:pPr rtl="0" fontAlgn="base">
              <a:buFont typeface="+mj-lt"/>
              <a:buAutoNum type="arabicPeriod"/>
            </a:pPr>
            <a:r>
              <a:rPr lang="en-US" sz="1500" b="0" i="0" u="none" strike="noStrike" dirty="0">
                <a:effectLst/>
              </a:rPr>
              <a:t>Adjacent Sibling selector (+)</a:t>
            </a:r>
          </a:p>
          <a:p>
            <a:pPr rtl="0" fontAlgn="base">
              <a:buFont typeface="+mj-lt"/>
              <a:buAutoNum type="arabicPeriod"/>
            </a:pPr>
            <a:r>
              <a:rPr lang="en-US" sz="1500" b="0" i="0" u="none" strike="noStrike" dirty="0">
                <a:effectLst/>
              </a:rPr>
              <a:t>General sibling selector (~)</a:t>
            </a:r>
          </a:p>
          <a:p>
            <a:pPr rtl="0"/>
            <a:r>
              <a:rPr lang="en-US" sz="1500" b="0" i="0" u="none" strike="noStrike" dirty="0">
                <a:effectLst/>
              </a:rPr>
              <a:t>In this course, we focus on #1 and #2</a:t>
            </a:r>
            <a:endParaRPr lang="en-US" sz="1500" b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C5AC9-D330-E225-86B8-D2EEA08AD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CA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58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F2213-493D-1504-A345-3EC71B434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CA" sz="4000" b="0" i="0" u="none" strike="noStrike">
                <a:effectLst/>
              </a:rPr>
              <a:t>Syntax Examples</a:t>
            </a:r>
            <a:endParaRPr lang="en-CA" sz="4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0CC26-C9FD-5CD2-9D44-AE04CA766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fontScale="77500" lnSpcReduction="20000"/>
          </a:bodyPr>
          <a:lstStyle/>
          <a:p>
            <a:pPr rtl="0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// selects any p  that is a child of body</a:t>
            </a:r>
            <a:endParaRPr lang="en-US" sz="2400" b="0" dirty="0">
              <a:effectLst/>
            </a:endParaRPr>
          </a:p>
          <a:p>
            <a:pPr marL="0" indent="0" rtl="0">
              <a:buNone/>
            </a:pPr>
            <a:r>
              <a:rPr lang="en-US" sz="24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body &gt; p { }</a:t>
            </a:r>
            <a:endParaRPr lang="en-US" sz="2400" b="0" dirty="0">
              <a:effectLst/>
            </a:endParaRPr>
          </a:p>
          <a:p>
            <a:pPr rtl="0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// selects all p that are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descendants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of body</a:t>
            </a:r>
            <a:endParaRPr lang="en-US" sz="2400" b="0" dirty="0">
              <a:effectLst/>
            </a:endParaRPr>
          </a:p>
          <a:p>
            <a:pPr marL="0" indent="0" rtl="0">
              <a:buNone/>
            </a:pPr>
            <a:r>
              <a:rPr lang="en-US" sz="24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body  p { }</a:t>
            </a:r>
            <a:endParaRPr lang="en-US" sz="2400" b="0" dirty="0">
              <a:effectLst/>
            </a:endParaRPr>
          </a:p>
          <a:p>
            <a:pPr rtl="0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// selects any h1 that is a child of an element with class =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abc</a:t>
            </a:r>
            <a:endParaRPr lang="en-US" sz="2400" b="0" dirty="0">
              <a:effectLst/>
            </a:endParaRPr>
          </a:p>
          <a:p>
            <a:pPr marL="0" indent="0" rtl="0">
              <a:buNone/>
            </a:pPr>
            <a:r>
              <a:rPr lang="en-US" sz="24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24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&gt; h1 { }</a:t>
            </a:r>
            <a:endParaRPr lang="en-US" sz="2400" b="0" dirty="0">
              <a:effectLst/>
            </a:endParaRPr>
          </a:p>
          <a:p>
            <a:pPr rtl="0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// &lt;a&gt; is a child of &lt;li&gt; which is a child of &lt;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400" b="0" dirty="0">
              <a:effectLst/>
            </a:endParaRPr>
          </a:p>
          <a:p>
            <a:pPr marL="0" indent="0" rtl="0">
              <a:buNone/>
            </a:pPr>
            <a:r>
              <a:rPr lang="en-US" sz="2400" b="0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24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&gt; li &gt; a { }</a:t>
            </a:r>
            <a:endParaRPr lang="en-US" sz="2400" b="0" dirty="0">
              <a:effectLst/>
            </a:endParaRPr>
          </a:p>
          <a:p>
            <a:pPr rtl="0"/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// What does this mean?</a:t>
            </a:r>
            <a:endParaRPr lang="en-US" sz="2400" b="0" dirty="0">
              <a:effectLst/>
            </a:endParaRPr>
          </a:p>
          <a:p>
            <a:pPr marL="0" indent="0" rtl="0">
              <a:buNone/>
            </a:pPr>
            <a:r>
              <a:rPr lang="en-US" sz="2400" b="0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24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&gt; .</a:t>
            </a:r>
            <a:r>
              <a:rPr lang="en-US" sz="2400" b="0" i="0" u="none" strike="noStrike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sz="2400" b="0" i="0" u="none" strike="noStrike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a &gt; div #xyz h1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400" b="0" dirty="0">
              <a:effectLst/>
            </a:endParaRPr>
          </a:p>
          <a:p>
            <a:pPr marL="0" indent="0" rtl="0">
              <a:buNone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effectLst/>
            </a:endParaRPr>
          </a:p>
          <a:p>
            <a:pPr marL="0" indent="0" rtl="0">
              <a:buNone/>
            </a:pPr>
            <a:endParaRPr lang="en-US" sz="2200" b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D9835-FD8F-31BA-EA75-0E008DD7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CA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188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071F45-E46D-DC02-40E7-7760E99A1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0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Example 1: Child Selector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2603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E7A16-3B4A-A6EA-36DE-2AAD66D7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724159-4825-9CEB-958B-5FF0A0C98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1425" y="2419003"/>
            <a:ext cx="7222375" cy="1009997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ts val="1425"/>
              </a:lnSpc>
              <a:buNone/>
            </a:pP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CA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CA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CA" sz="18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CA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CA" sz="180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CA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}</a:t>
            </a:r>
          </a:p>
        </p:txBody>
      </p:sp>
      <p:pic>
        <p:nvPicPr>
          <p:cNvPr id="10" name="Picture 9" descr="A yellow text on a white background&#10;&#10;AI-generated content may be incorrect.">
            <a:extLst>
              <a:ext uri="{FF2B5EF4-FFF2-40B4-BE49-F238E27FC236}">
                <a16:creationId xmlns:a16="http://schemas.microsoft.com/office/drawing/2014/main" id="{5A31AB1C-349D-527F-6B82-E10B32FB2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84" y="2337573"/>
            <a:ext cx="3208197" cy="27997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B4461535-A2FA-3BFA-58AE-8F8220BF9A95}"/>
              </a:ext>
            </a:extLst>
          </p:cNvPr>
          <p:cNvSpPr txBox="1">
            <a:spLocks/>
          </p:cNvSpPr>
          <p:nvPr/>
        </p:nvSpPr>
        <p:spPr>
          <a:xfrm>
            <a:off x="4131425" y="3810719"/>
            <a:ext cx="7222375" cy="26531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425"/>
              </a:lnSpc>
              <a:buNone/>
            </a:pPr>
            <a:r>
              <a:rPr lang="en-CA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Paragraph 1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Paragraph 2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Paragraph 3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b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&lt;footer&gt;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Paragraph 4 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&lt;/footer&gt;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98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AA1A88-D0CB-0AD1-23AB-3EC8A9824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0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Example #2 - Descendants selector (space)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2603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7BAD4A-C289-FB6B-CBD5-468E8A7AF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951" y="2091095"/>
            <a:ext cx="7825562" cy="42062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F66C7-3068-8474-8AB9-F9F02ED2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332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DF991-D243-CC90-3B2E-FD234AA8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CA" sz="4000" b="0" i="0" u="none" strike="noStrike">
                <a:effectLst/>
              </a:rPr>
              <a:t>Combining CSS and Conflicts</a:t>
            </a:r>
            <a:endParaRPr lang="en-CA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A630F-7D9A-AA74-EF0C-AE8B50A1C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144" y="2175469"/>
            <a:ext cx="10168128" cy="3695020"/>
          </a:xfrm>
        </p:spPr>
        <p:txBody>
          <a:bodyPr>
            <a:normAutofit/>
          </a:bodyPr>
          <a:lstStyle/>
          <a:p>
            <a:pPr rtl="0"/>
            <a:r>
              <a:rPr lang="en-US" sz="2000" b="0" i="0" u="none" strike="noStrike" dirty="0">
                <a:effectLst/>
              </a:rPr>
              <a:t>Two CSS selectors can have conflicting rules</a:t>
            </a:r>
            <a:endParaRPr lang="en-US" sz="2000" b="0" dirty="0">
              <a:effectLst/>
            </a:endParaRPr>
          </a:p>
          <a:p>
            <a:pPr rtl="0"/>
            <a:r>
              <a:rPr lang="en-US" sz="2000" b="0" i="0" u="none" strike="noStrike" dirty="0">
                <a:effectLst/>
              </a:rPr>
              <a:t>Two CSS selectors can have </a:t>
            </a:r>
            <a:r>
              <a:rPr lang="en-US" sz="2000" b="0" i="1" u="none" strike="noStrike" dirty="0">
                <a:effectLst/>
              </a:rPr>
              <a:t>additive </a:t>
            </a:r>
            <a:r>
              <a:rPr lang="en-US" sz="2000" b="0" i="0" u="none" strike="noStrike" dirty="0">
                <a:effectLst/>
              </a:rPr>
              <a:t>rules (combining)</a:t>
            </a:r>
            <a:endParaRPr lang="en-US" sz="2000" b="0" dirty="0">
              <a:effectLst/>
            </a:endParaRPr>
          </a:p>
          <a:p>
            <a:pPr rtl="0"/>
            <a:r>
              <a:rPr lang="en-US" sz="2000" b="0" i="0" u="none" strike="noStrike" dirty="0">
                <a:effectLst/>
              </a:rPr>
              <a:t>You have 5 rules that conflict</a:t>
            </a:r>
            <a:endParaRPr lang="en-US" sz="2000" b="0" dirty="0">
              <a:effectLst/>
            </a:endParaRPr>
          </a:p>
          <a:p>
            <a:pPr rtl="0"/>
            <a:r>
              <a:rPr lang="en-US" sz="2000" b="0" i="0" u="none" strike="noStrike" dirty="0">
                <a:effectLst/>
              </a:rPr>
              <a:t>When you have a conflict, the browser resolves the conflicts by going from</a:t>
            </a:r>
            <a:endParaRPr lang="en-US" sz="2000" b="0" dirty="0">
              <a:effectLst/>
            </a:endParaRPr>
          </a:p>
          <a:p>
            <a:pPr rtl="0"/>
            <a:r>
              <a:rPr lang="en-US" sz="2000" b="0" i="0" u="none" strike="noStrike" dirty="0">
                <a:effectLst/>
              </a:rPr>
              <a:t>– Least precise to most precise</a:t>
            </a:r>
            <a:endParaRPr lang="en-US" sz="2000" b="0" dirty="0">
              <a:effectLst/>
            </a:endParaRPr>
          </a:p>
          <a:p>
            <a:pPr rtl="0"/>
            <a:r>
              <a:rPr lang="en-US" sz="2000" b="0" i="0" u="none" strike="noStrike" dirty="0">
                <a:effectLst/>
              </a:rPr>
              <a:t>And the most precise rule wins</a:t>
            </a:r>
            <a:endParaRPr lang="en-US" sz="2000" b="0" dirty="0">
              <a:effectLst/>
            </a:endParaRPr>
          </a:p>
          <a:p>
            <a:pPr rtl="0"/>
            <a:r>
              <a:rPr lang="en-US" sz="2000" b="0" i="0" u="none" strike="noStrike" dirty="0">
                <a:effectLst/>
              </a:rPr>
              <a:t>“Specific”</a:t>
            </a:r>
            <a:endParaRPr lang="en-US" sz="2000" b="0" dirty="0">
              <a:effectLst/>
            </a:endParaRPr>
          </a:p>
          <a:p>
            <a:pPr rtl="0"/>
            <a:r>
              <a:rPr lang="en-US" sz="2000" b="0" i="0" u="none" strike="noStrike" dirty="0">
                <a:effectLst/>
              </a:rPr>
              <a:t>The most specific rule is going to win</a:t>
            </a:r>
            <a:endParaRPr lang="en-US" sz="2000" b="0" dirty="0">
              <a:effectLst/>
            </a:endParaRPr>
          </a:p>
          <a:p>
            <a:pPr rtl="0"/>
            <a:r>
              <a:rPr lang="en-US" sz="2000" b="0" i="0" u="none" strike="noStrike" dirty="0">
                <a:effectLst/>
              </a:rPr>
              <a:t>More generic rules lose</a:t>
            </a:r>
            <a:endParaRPr lang="en-US" sz="2000" b="0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8EE12-A21F-9D2B-7DCD-E8E6452A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CA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4F19956-7349-431B-71D7-F6A68ABA2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0267" y="2967642"/>
            <a:ext cx="3173551" cy="31293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E123C6-BBD0-B497-7B76-27F687B7D553}"/>
              </a:ext>
            </a:extLst>
          </p:cNvPr>
          <p:cNvSpPr txBox="1"/>
          <p:nvPr/>
        </p:nvSpPr>
        <p:spPr>
          <a:xfrm>
            <a:off x="8857271" y="2510442"/>
            <a:ext cx="100540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Output?</a:t>
            </a:r>
          </a:p>
        </p:txBody>
      </p:sp>
    </p:spTree>
    <p:extLst>
      <p:ext uri="{BB962C8B-B14F-4D97-AF65-F5344CB8AC3E}">
        <p14:creationId xmlns:p14="http://schemas.microsoft.com/office/powerpoint/2010/main" val="2468849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4572-E506-EB4F-89CF-87C82893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/>
            <a:r>
              <a:rPr lang="en-CA" sz="4000" b="0" i="0" u="none" strike="noStrike" dirty="0">
                <a:solidFill>
                  <a:srgbClr val="000000"/>
                </a:solidFill>
                <a:effectLst/>
              </a:rPr>
              <a:t>Example: Tag Conflicts</a:t>
            </a:r>
            <a:endParaRPr lang="en-C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C9130-CACF-738E-0CD5-05A27CF22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835"/>
            <a:ext cx="10515600" cy="4351338"/>
          </a:xfrm>
        </p:spPr>
        <p:txBody>
          <a:bodyPr/>
          <a:lstStyle/>
          <a:p>
            <a:pPr rtl="0"/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To see the final browser computation:</a:t>
            </a:r>
            <a:endParaRPr lang="en-US" b="0" dirty="0">
              <a:effectLst/>
            </a:endParaRPr>
          </a:p>
          <a:p>
            <a:pPr rtl="0"/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1/ Right click on the &lt;p&gt; and choose inspect</a:t>
            </a:r>
            <a:endParaRPr lang="en-US" dirty="0"/>
          </a:p>
          <a:p>
            <a:pPr rtl="0"/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2/ Ensure Elements is selected</a:t>
            </a:r>
            <a:endParaRPr lang="en-US" b="0" dirty="0">
              <a:effectLst/>
            </a:endParaRPr>
          </a:p>
          <a:p>
            <a:pPr rtl="0"/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Then look at the Styles tab</a:t>
            </a:r>
            <a:endParaRPr lang="en-US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EE2DE-C35C-1CD5-4BC6-939C2107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9</a:t>
            </a:fld>
            <a:endParaRPr lang="en-CA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FD59CB-443A-5850-168C-D30D52B23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607" y="59841"/>
            <a:ext cx="2871836" cy="2123433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4B8089-AAEC-3FE6-70F0-511A777D46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292" y="2237798"/>
            <a:ext cx="5092151" cy="2662459"/>
          </a:xfrm>
          <a:prstGeom prst="rect">
            <a:avLst/>
          </a:prstGeom>
        </p:spPr>
      </p:pic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B3064BB-7817-255B-28A2-4294ECD87C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42" y="2953468"/>
            <a:ext cx="2956911" cy="380307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 descr="A close up of a word&#10;&#10;AI-generated content may be incorrect.">
            <a:extLst>
              <a:ext uri="{FF2B5EF4-FFF2-40B4-BE49-F238E27FC236}">
                <a16:creationId xmlns:a16="http://schemas.microsoft.com/office/drawing/2014/main" id="{0036DDE8-BF7A-525B-946A-0031311CC8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069" y="3223942"/>
            <a:ext cx="1535563" cy="2438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54721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10D9-7A5A-1E7F-F5BA-7CCF03368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u="none" strike="noStrike" dirty="0">
                <a:solidFill>
                  <a:srgbClr val="000000"/>
                </a:solidFill>
                <a:effectLst/>
              </a:rPr>
              <a:t>Example: Class vs. Id Conflicts</a:t>
            </a:r>
            <a:endParaRPr lang="en-C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4CD23-8803-DA39-1F6D-121B612C3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4029"/>
            <a:ext cx="10515600" cy="4351338"/>
          </a:xfrm>
        </p:spPr>
        <p:txBody>
          <a:bodyPr/>
          <a:lstStyle/>
          <a:p>
            <a:pPr rtl="0"/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Id always wins over class</a:t>
            </a:r>
            <a:endParaRPr lang="en-US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990C9-E76F-7848-22CA-57D33EA58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10</a:t>
            </a:fld>
            <a:endParaRPr lang="en-CA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9CA5E08-B089-9BF9-20A1-88AD2411C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92554"/>
            <a:ext cx="4398639" cy="47305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2F0A2A-EAC6-1C78-AF84-207503BD4C94}"/>
              </a:ext>
            </a:extLst>
          </p:cNvPr>
          <p:cNvSpPr txBox="1"/>
          <p:nvPr/>
        </p:nvSpPr>
        <p:spPr>
          <a:xfrm>
            <a:off x="4871971" y="2450260"/>
            <a:ext cx="100540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Output?</a:t>
            </a:r>
          </a:p>
        </p:txBody>
      </p:sp>
      <p:pic>
        <p:nvPicPr>
          <p:cNvPr id="10" name="Picture 9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1AB9BB0-E7F1-17F8-8C85-D58013840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636" y="1892554"/>
            <a:ext cx="3761465" cy="47257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3003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31C21-22DC-6206-B5E1-98EABAAB5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0" i="0" u="none" strike="noStrike">
                <a:solidFill>
                  <a:srgbClr val="000000"/>
                </a:solidFill>
                <a:effectLst/>
              </a:rPr>
              <a:t>CSS Rules Can be Additive</a:t>
            </a:r>
            <a:endParaRPr lang="en-C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002E2-A01C-9A9D-C1E0-444337DFA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rtl="0">
              <a:buNone/>
            </a:pPr>
            <a:r>
              <a:rPr lang="en-US" sz="1800" b="0" i="0" u="none" strike="noStrike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>
              <a:effectLst/>
            </a:endParaRPr>
          </a:p>
          <a:p>
            <a:pPr marL="0" indent="0" rtl="0">
              <a:buNone/>
            </a:pP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lang="en-US" sz="1800" b="0" i="0" u="none" strike="noStrike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800" b="0" i="0" u="none" strike="noStrike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>
              <a:effectLst/>
            </a:endParaRPr>
          </a:p>
          <a:p>
            <a:pPr marL="0" indent="0" rtl="0">
              <a:buNone/>
            </a:pP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lang="en-US" sz="1800" b="0" i="0" u="none" strike="noStrike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800" b="0" i="0" u="none" strike="noStrike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underline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>
              <a:effectLst/>
            </a:endParaRPr>
          </a:p>
          <a:p>
            <a:pPr marL="0" indent="0" rtl="0">
              <a:buNone/>
            </a:pP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       </a:t>
            </a:r>
            <a:endParaRPr lang="en-US" b="0">
              <a:effectLst/>
            </a:endParaRPr>
          </a:p>
          <a:p>
            <a:pPr marL="0" indent="0" rtl="0">
              <a:buNone/>
            </a:pP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     }</a:t>
            </a:r>
            <a:endParaRPr lang="en-US" b="0">
              <a:effectLst/>
            </a:endParaRPr>
          </a:p>
          <a:p>
            <a:pPr marL="0" indent="0" rtl="0">
              <a:buNone/>
            </a:pP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US" sz="1800" b="0" i="0" u="none" strike="noStrike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u="none" strike="noStrike">
                <a:solidFill>
                  <a:srgbClr val="B359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i="0" u="none" strike="noStrike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>
              <a:effectLst/>
            </a:endParaRPr>
          </a:p>
          <a:p>
            <a:pPr marL="0" indent="0" rtl="0">
              <a:buNone/>
            </a:pP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lang="en-US" sz="1800" b="0" i="0" u="none" strike="noStrike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800" b="0" i="0" u="none" strike="noStrike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magenta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>
              <a:effectLst/>
            </a:endParaRPr>
          </a:p>
          <a:p>
            <a:pPr marL="0" indent="0" rtl="0">
              <a:buNone/>
            </a:pP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       </a:t>
            </a:r>
            <a:r>
              <a:rPr lang="en-US" sz="1800" b="0" i="0" u="none" strike="noStrike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800" b="0" i="0" u="none" strike="noStrike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>
              <a:effectLst/>
            </a:endParaRPr>
          </a:p>
          <a:p>
            <a:pPr marL="0" indent="0" rtl="0">
              <a:buNone/>
            </a:pPr>
            <a:r>
              <a:rPr lang="en-US" sz="1800" b="0" i="0" u="none" strike="noStrike">
                <a:solidFill>
                  <a:srgbClr val="24292F"/>
                </a:solidFill>
                <a:effectLst/>
                <a:latin typeface="Consolas" panose="020B0609020204030204" pitchFamily="49" charset="0"/>
              </a:rPr>
              <a:t>     }</a:t>
            </a:r>
            <a:endParaRPr lang="en-US" b="0">
              <a:effectLst/>
            </a:endParaRPr>
          </a:p>
          <a:p>
            <a:pPr marL="0" indent="0">
              <a:buNone/>
            </a:pPr>
            <a:br>
              <a:rPr lang="en-US"/>
            </a:b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02F06-3F23-4C27-7013-9997354D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946B4-B59A-45EC-B3A4-841C123CCCAD}" type="slidenum">
              <a:rPr lang="en-CA" smtClean="0"/>
              <a:t>11</a:t>
            </a:fld>
            <a:endParaRPr lang="en-CA"/>
          </a:p>
        </p:txBody>
      </p:sp>
      <p:pic>
        <p:nvPicPr>
          <p:cNvPr id="6" name="Picture 5" descr="A white background with words&#10;&#10;AI-generated content may be incorrect.">
            <a:extLst>
              <a:ext uri="{FF2B5EF4-FFF2-40B4-BE49-F238E27FC236}">
                <a16:creationId xmlns:a16="http://schemas.microsoft.com/office/drawing/2014/main" id="{E3A608CA-E142-6170-2196-ED360FB4D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827" y="2084266"/>
            <a:ext cx="5547997" cy="319817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88277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A593E-FE8F-86D4-800C-5BEA4AC8B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97F4224A-9986-C89E-70BB-1F9F04849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608" y="1504856"/>
            <a:ext cx="6846363" cy="36970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F86EF-9538-6582-6333-03BD30C2B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26319" y="6356350"/>
            <a:ext cx="178769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173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CB46D6-B6EB-B04A-371E-ABA8A279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rtl="0"/>
            <a:r>
              <a:rPr lang="en-US" sz="4000" b="0" i="0" u="none" strike="noStrike">
                <a:effectLst/>
              </a:rPr>
              <a:t>Wrap Up of Weeks 1-6</a:t>
            </a:r>
            <a:endParaRPr lang="en-CA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4BD80-8795-B616-36BE-923A4E1DE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rtl="0"/>
            <a:r>
              <a:rPr lang="en-CA" sz="2200" b="0" i="0" u="none" strike="noStrike" dirty="0">
                <a:effectLst/>
              </a:rPr>
              <a:t>HTML</a:t>
            </a:r>
            <a:endParaRPr lang="en-CA" sz="2200" b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CA" sz="2200" b="0" i="0" u="none" strike="noStrike" dirty="0">
                <a:effectLst/>
              </a:rPr>
              <a:t>Headings, paragraphs, links, </a:t>
            </a:r>
            <a:r>
              <a:rPr lang="en-CA" sz="2200" b="0" i="0" u="none" strike="noStrike" dirty="0" err="1">
                <a:effectLst/>
              </a:rPr>
              <a:t>img</a:t>
            </a:r>
            <a:r>
              <a:rPr lang="en-CA" sz="2200" b="0" i="0" u="none" strike="noStrike" dirty="0">
                <a:effectLst/>
              </a:rPr>
              <a:t>, lists (ordered/unordered), tables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CA" sz="2200" b="0" i="0" u="none" strike="noStrike" dirty="0">
                <a:effectLst/>
              </a:rPr>
              <a:t>Semantic tags: for organization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CA" sz="2200" b="0" i="0" u="none" strike="noStrike" dirty="0" err="1">
                <a:effectLst/>
              </a:rPr>
              <a:t>Header,footer</a:t>
            </a:r>
            <a:r>
              <a:rPr lang="en-CA" sz="2200" b="0" i="0" u="none" strike="noStrike" dirty="0">
                <a:effectLst/>
              </a:rPr>
              <a:t>, nav, article, main, section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CA" sz="2200" b="0" i="0" u="none" strike="noStrike" dirty="0">
                <a:effectLst/>
              </a:rPr>
              <a:t>Container tags for styling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CA" sz="2200" b="0" i="0" u="none" strike="noStrike" dirty="0">
                <a:effectLst/>
              </a:rPr>
              <a:t>Div → containing elements for layout purposes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CA" sz="2200" b="0" i="0" u="none" strike="noStrike" dirty="0">
                <a:effectLst/>
              </a:rPr>
              <a:t>Span → containing text for styling purposes</a:t>
            </a:r>
          </a:p>
          <a:p>
            <a:endParaRPr lang="en-CA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0E995-C696-1E16-CE4B-F1EBFB45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CA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599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0F471-7F1F-E3D0-3BDF-DD44EA02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b="0" i="0" u="none" strike="noStrike">
                <a:effectLst/>
              </a:rPr>
              <a:t>Wrap Up of Weeks 1-6</a:t>
            </a:r>
            <a:endParaRPr lang="en-CA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06448-65BB-45FF-BF80-100554C24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018806"/>
            <a:ext cx="10168128" cy="4893547"/>
          </a:xfrm>
        </p:spPr>
        <p:txBody>
          <a:bodyPr>
            <a:noAutofit/>
          </a:bodyPr>
          <a:lstStyle/>
          <a:p>
            <a:pPr rtl="0"/>
            <a:r>
              <a:rPr lang="en-US" sz="1200" b="0" i="0" u="none" strike="noStrike" dirty="0">
                <a:effectLst/>
              </a:rPr>
              <a:t>CSS:</a:t>
            </a:r>
            <a:endParaRPr lang="en-US" sz="1200" b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Changing color and fonts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Layout with flexbox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dirty="0"/>
              <a:t>In-line and block level elements</a:t>
            </a:r>
            <a:endParaRPr lang="en-US" sz="1200" b="0" i="0" u="none" strike="noStrike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 err="1">
                <a:effectLst/>
              </a:rPr>
              <a:t>Whitespacing</a:t>
            </a:r>
            <a:r>
              <a:rPr lang="en-US" sz="1200" b="0" i="0" u="none" strike="noStrike" dirty="0">
                <a:effectLst/>
              </a:rPr>
              <a:t> (margin, padding)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Borders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Widths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Unit of measurements (</a:t>
            </a:r>
            <a:r>
              <a:rPr lang="en-US" sz="1200" b="0" i="0" u="none" strike="noStrike" dirty="0" err="1">
                <a:effectLst/>
              </a:rPr>
              <a:t>px</a:t>
            </a:r>
            <a:r>
              <a:rPr lang="en-US" sz="1200" b="0" i="0" u="none" strike="noStrike" dirty="0">
                <a:effectLst/>
              </a:rPr>
              <a:t>, %, </a:t>
            </a:r>
            <a:r>
              <a:rPr lang="en-US" sz="1200" b="0" i="0" u="none" strike="noStrike" dirty="0" err="1">
                <a:effectLst/>
              </a:rPr>
              <a:t>vw</a:t>
            </a:r>
            <a:r>
              <a:rPr lang="en-US" sz="1200" b="0" i="0" u="none" strike="noStrike" dirty="0">
                <a:effectLst/>
              </a:rPr>
              <a:t>/</a:t>
            </a:r>
            <a:r>
              <a:rPr lang="en-US" sz="1200" b="0" i="0" u="none" strike="noStrike" dirty="0" err="1">
                <a:effectLst/>
              </a:rPr>
              <a:t>vh</a:t>
            </a:r>
            <a:r>
              <a:rPr lang="en-US" sz="1200" b="0" i="0" u="none" strike="noStrike" dirty="0">
                <a:effectLst/>
              </a:rPr>
              <a:t>)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Internal stylesheets &lt;style&gt;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Select elements with selectors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Tag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Class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Id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Relationship selector (4)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Child</a:t>
            </a:r>
          </a:p>
          <a:p>
            <a:pPr marL="1143000" lvl="2" indent="-22860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Descendant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Tag </a:t>
            </a:r>
            <a:r>
              <a:rPr lang="en-US" sz="1200" b="0" i="0" u="none" strike="noStrike" dirty="0" err="1">
                <a:effectLst/>
              </a:rPr>
              <a:t>conflics</a:t>
            </a:r>
            <a:endParaRPr lang="en-US" sz="1200" b="0" i="0" u="none" strike="noStrike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effectLst/>
              </a:rPr>
              <a:t>Additive CSS rules that combine</a:t>
            </a:r>
            <a:br>
              <a:rPr lang="en-US" sz="1200" b="0" dirty="0">
                <a:effectLst/>
              </a:rPr>
            </a:br>
            <a:endParaRPr lang="en-CA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E1022-D94D-6AD2-F3D8-2786E3C58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4946B4-B59A-45EC-B3A4-841C123CCCAD}" type="slidenum">
              <a:rPr lang="en-CA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CA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91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608</Words>
  <Application>Microsoft Office PowerPoint</Application>
  <PresentationFormat>Widescreen</PresentationFormat>
  <Paragraphs>130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Consolas</vt:lpstr>
      <vt:lpstr>Office Theme</vt:lpstr>
      <vt:lpstr>SEP420- Web Programming and Scripting</vt:lpstr>
      <vt:lpstr>Learning Outcomes</vt:lpstr>
      <vt:lpstr>CSS Relationship Selectors</vt:lpstr>
      <vt:lpstr>CSS Relationship Selectors</vt:lpstr>
      <vt:lpstr>Syntax Examples</vt:lpstr>
      <vt:lpstr>Example 1: Child Selector</vt:lpstr>
      <vt:lpstr>Example #2 - Descendants selector (space)</vt:lpstr>
      <vt:lpstr>Combining CSS and Conflicts</vt:lpstr>
      <vt:lpstr>Example: Tag Conflicts</vt:lpstr>
      <vt:lpstr>Example: Class vs. Id Conflicts</vt:lpstr>
      <vt:lpstr>CSS Rules Can be Additive</vt:lpstr>
      <vt:lpstr>Example</vt:lpstr>
      <vt:lpstr>Wrap Up of Weeks 1-6</vt:lpstr>
      <vt:lpstr>Wrap Up of Weeks 1-6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Yasemin Fanaeian</dc:creator>
  <cp:lastModifiedBy>Yasemin Fanaeian</cp:lastModifiedBy>
  <cp:revision>1</cp:revision>
  <dcterms:created xsi:type="dcterms:W3CDTF">2025-02-10T03:12:47Z</dcterms:created>
  <dcterms:modified xsi:type="dcterms:W3CDTF">2025-02-10T19:56:33Z</dcterms:modified>
</cp:coreProperties>
</file>